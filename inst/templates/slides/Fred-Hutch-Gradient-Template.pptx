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12" r:id="rId4"/>
  </p:sldMasterIdLst>
  <p:notesMasterIdLst>
    <p:notesMasterId r:id="rId23"/>
  </p:notesMasterIdLst>
  <p:handoutMasterIdLst>
    <p:handoutMasterId r:id="rId24"/>
  </p:handoutMasterIdLst>
  <p:sldIdLst>
    <p:sldId id="256" r:id="rId5"/>
    <p:sldId id="260" r:id="rId6"/>
    <p:sldId id="266" r:id="rId7"/>
    <p:sldId id="259" r:id="rId8"/>
    <p:sldId id="258" r:id="rId9"/>
    <p:sldId id="265" r:id="rId10"/>
    <p:sldId id="263" r:id="rId11"/>
    <p:sldId id="267" r:id="rId12"/>
    <p:sldId id="273" r:id="rId13"/>
    <p:sldId id="264" r:id="rId14"/>
    <p:sldId id="275" r:id="rId15"/>
    <p:sldId id="276" r:id="rId16"/>
    <p:sldId id="277" r:id="rId17"/>
    <p:sldId id="278" r:id="rId18"/>
    <p:sldId id="279" r:id="rId19"/>
    <p:sldId id="284" r:id="rId20"/>
    <p:sldId id="283" r:id="rId21"/>
    <p:sldId id="282" r:id="rId22"/>
  </p:sldIdLst>
  <p:sldSz cx="12192000" cy="6858000"/>
  <p:notesSz cx="6858000" cy="9144000"/>
  <p:embeddedFontLst>
    <p:embeddedFont>
      <p:font typeface="Aptos SemiBold" panose="020B000402020202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1pPr>
    <a:lvl2pPr marL="374437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2pPr>
    <a:lvl3pPr marL="748873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3pPr>
    <a:lvl4pPr marL="1123310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4pPr>
    <a:lvl5pPr marL="1497748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5pPr>
    <a:lvl6pPr marL="1872184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6pPr>
    <a:lvl7pPr marL="2246621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7pPr>
    <a:lvl8pPr marL="2621057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8pPr>
    <a:lvl9pPr marL="2995494" algn="l" defTabSz="748873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F68E61-C766-47FB-F44C-375543F83FB1}" name="Patton, David A" initials="PD" userId="S::dpatton@fredhutch.org::43200ada-3bdf-4d6f-aa09-6b869dea016d" providerId="AD"/>
  <p188:author id="{E5EE3FF8-DAE5-15C8-0875-6D1BA49E9A8B}" name="Capazzo, Christi" initials="CC" userId="S::ccapazzo@fredhutch.org::8df6d188-b335-4c3e-b96f-8a5475a827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41D"/>
    <a:srgbClr val="1B365D"/>
    <a:srgbClr val="00B5CB"/>
    <a:srgbClr val="AA4AC4"/>
    <a:srgbClr val="FFB500"/>
    <a:srgbClr val="F4F4F4"/>
    <a:srgbClr val="F4F400"/>
    <a:srgbClr val="00C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6395"/>
  </p:normalViewPr>
  <p:slideViewPr>
    <p:cSldViewPr snapToGrid="0">
      <p:cViewPr varScale="1">
        <p:scale>
          <a:sx n="109" d="100"/>
          <a:sy n="109" d="100"/>
        </p:scale>
        <p:origin x="216" y="200"/>
      </p:cViewPr>
      <p:guideLst>
        <p:guide orient="horz" pos="2040"/>
        <p:guide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6F90C5-494B-B926-A95A-01D19DFC09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5D92E-7A85-B33B-75FF-49D6ABB1A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CAA54-7A59-0047-B4B1-4E370A7182CF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73072-BFC9-35F7-DF46-F58B2C60A8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AA833B-B26E-0F0D-65FA-6C6DED20AB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08D70-EEE0-8145-B49F-3A55E3E8B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407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883A3-74EC-4777-B71F-E0F6DC2554D9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C3AFC-9D0B-4CEA-8B56-7F1914BE3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7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C3AFC-9D0B-4CEA-8B56-7F1914BE3F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77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C3AFC-9D0B-4CEA-8B56-7F1914BE3FB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73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C3AFC-9D0B-4CEA-8B56-7F1914BE3FB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98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3730-6DC4-802D-C2AD-841D5BCD6D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638299"/>
            <a:ext cx="8155858" cy="3023315"/>
          </a:xfrm>
        </p:spPr>
        <p:txBody>
          <a:bodyPr anchor="ctr" anchorCtr="0">
            <a:normAutofit/>
          </a:bodyPr>
          <a:lstStyle>
            <a:lvl1pPr algn="l">
              <a:defRPr sz="4000" b="1" i="0" kern="1200" spc="-50" baseline="0"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00352-C5ED-FA86-6C1F-A653D33EA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808531"/>
            <a:ext cx="5820698" cy="136668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="1" i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0E5D1D-DE9A-D807-FBB7-C59B28D3BA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551272"/>
            <a:ext cx="2807850" cy="66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00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B807B2B-CF56-7CB5-E3AD-5CAB5BA820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010400" y="146304"/>
            <a:ext cx="5181600" cy="6711696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anchor="ctr">
            <a:normAutofit/>
          </a:bodyPr>
          <a:lstStyle>
            <a:lvl1pPr marL="0" marR="0" indent="0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197213" marR="0" lvl="0" indent="-197213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picture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A2E9A-90AF-5DEE-AEF8-F9C91DF58E3B}"/>
              </a:ext>
            </a:extLst>
          </p:cNvPr>
          <p:cNvSpPr txBox="1"/>
          <p:nvPr userDrawn="1"/>
        </p:nvSpPr>
        <p:spPr>
          <a:xfrm>
            <a:off x="660400" y="64389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AE9AD3-CFEC-AB40-8590-5F528923D1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638299"/>
            <a:ext cx="5528090" cy="3023315"/>
          </a:xfrm>
        </p:spPr>
        <p:txBody>
          <a:bodyPr anchor="ctr" anchorCtr="0">
            <a:normAutofit/>
          </a:bodyPr>
          <a:lstStyle>
            <a:lvl1pPr algn="l">
              <a:defRPr sz="4000" b="1" i="0" kern="1200" spc="-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F0C49B-C1C5-F090-0015-7CC2083F5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8" y="4808531"/>
            <a:ext cx="5528091" cy="136668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="1" i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B91974-A08E-6993-3833-33BFECACE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551272"/>
            <a:ext cx="2807850" cy="66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98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ound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5F67EDC-B7EE-9ED6-7088-B298CF4C6D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3964" y="146304"/>
            <a:ext cx="6244369" cy="6711696"/>
          </a:xfrm>
          <a:custGeom>
            <a:avLst/>
            <a:gdLst>
              <a:gd name="connsiteX0" fmla="*/ 3303372 w 6606744"/>
              <a:gd name="connsiteY0" fmla="*/ 0 h 6733049"/>
              <a:gd name="connsiteX1" fmla="*/ 6606744 w 6606744"/>
              <a:gd name="connsiteY1" fmla="*/ 0 h 6733049"/>
              <a:gd name="connsiteX2" fmla="*/ 6606744 w 6606744"/>
              <a:gd name="connsiteY2" fmla="*/ 6733049 h 6733049"/>
              <a:gd name="connsiteX3" fmla="*/ 3303373 w 6606744"/>
              <a:gd name="connsiteY3" fmla="*/ 6733049 h 6733049"/>
              <a:gd name="connsiteX4" fmla="*/ 0 w 6606744"/>
              <a:gd name="connsiteY4" fmla="*/ 3429676 h 6733049"/>
              <a:gd name="connsiteX5" fmla="*/ 0 w 6606744"/>
              <a:gd name="connsiteY5" fmla="*/ 3303373 h 6733049"/>
              <a:gd name="connsiteX6" fmla="*/ 3303372 w 6606744"/>
              <a:gd name="connsiteY6" fmla="*/ 0 h 6733049"/>
              <a:gd name="connsiteX0" fmla="*/ 3303372 w 6606744"/>
              <a:gd name="connsiteY0" fmla="*/ 0 h 6733049"/>
              <a:gd name="connsiteX1" fmla="*/ 6061053 w 6606744"/>
              <a:gd name="connsiteY1" fmla="*/ 14748 h 6733049"/>
              <a:gd name="connsiteX2" fmla="*/ 6606744 w 6606744"/>
              <a:gd name="connsiteY2" fmla="*/ 6733049 h 6733049"/>
              <a:gd name="connsiteX3" fmla="*/ 3303373 w 6606744"/>
              <a:gd name="connsiteY3" fmla="*/ 6733049 h 6733049"/>
              <a:gd name="connsiteX4" fmla="*/ 0 w 6606744"/>
              <a:gd name="connsiteY4" fmla="*/ 3429676 h 6733049"/>
              <a:gd name="connsiteX5" fmla="*/ 0 w 6606744"/>
              <a:gd name="connsiteY5" fmla="*/ 3303373 h 6733049"/>
              <a:gd name="connsiteX6" fmla="*/ 3303372 w 6606744"/>
              <a:gd name="connsiteY6" fmla="*/ 0 h 6733049"/>
              <a:gd name="connsiteX0" fmla="*/ 3303372 w 6090551"/>
              <a:gd name="connsiteY0" fmla="*/ 0 h 6733049"/>
              <a:gd name="connsiteX1" fmla="*/ 6061053 w 6090551"/>
              <a:gd name="connsiteY1" fmla="*/ 14748 h 6733049"/>
              <a:gd name="connsiteX2" fmla="*/ 6090551 w 6090551"/>
              <a:gd name="connsiteY2" fmla="*/ 6733049 h 6733049"/>
              <a:gd name="connsiteX3" fmla="*/ 3303373 w 6090551"/>
              <a:gd name="connsiteY3" fmla="*/ 6733049 h 6733049"/>
              <a:gd name="connsiteX4" fmla="*/ 0 w 6090551"/>
              <a:gd name="connsiteY4" fmla="*/ 3429676 h 6733049"/>
              <a:gd name="connsiteX5" fmla="*/ 0 w 6090551"/>
              <a:gd name="connsiteY5" fmla="*/ 3303373 h 6733049"/>
              <a:gd name="connsiteX6" fmla="*/ 3303372 w 6090551"/>
              <a:gd name="connsiteY6" fmla="*/ 0 h 6733049"/>
              <a:gd name="connsiteX0" fmla="*/ 3303372 w 6252783"/>
              <a:gd name="connsiteY0" fmla="*/ 0 h 6747798"/>
              <a:gd name="connsiteX1" fmla="*/ 6061053 w 6252783"/>
              <a:gd name="connsiteY1" fmla="*/ 14748 h 6747798"/>
              <a:gd name="connsiteX2" fmla="*/ 6252783 w 6252783"/>
              <a:gd name="connsiteY2" fmla="*/ 6747798 h 6747798"/>
              <a:gd name="connsiteX3" fmla="*/ 3303373 w 6252783"/>
              <a:gd name="connsiteY3" fmla="*/ 6733049 h 6747798"/>
              <a:gd name="connsiteX4" fmla="*/ 0 w 6252783"/>
              <a:gd name="connsiteY4" fmla="*/ 3429676 h 6747798"/>
              <a:gd name="connsiteX5" fmla="*/ 0 w 6252783"/>
              <a:gd name="connsiteY5" fmla="*/ 3303373 h 6747798"/>
              <a:gd name="connsiteX6" fmla="*/ 3303372 w 6252783"/>
              <a:gd name="connsiteY6" fmla="*/ 0 h 6747798"/>
              <a:gd name="connsiteX0" fmla="*/ 3303372 w 6252783"/>
              <a:gd name="connsiteY0" fmla="*/ 0 h 6747798"/>
              <a:gd name="connsiteX1" fmla="*/ 6223285 w 6252783"/>
              <a:gd name="connsiteY1" fmla="*/ 0 h 6747798"/>
              <a:gd name="connsiteX2" fmla="*/ 6252783 w 6252783"/>
              <a:gd name="connsiteY2" fmla="*/ 6747798 h 6747798"/>
              <a:gd name="connsiteX3" fmla="*/ 3303373 w 6252783"/>
              <a:gd name="connsiteY3" fmla="*/ 6733049 h 6747798"/>
              <a:gd name="connsiteX4" fmla="*/ 0 w 6252783"/>
              <a:gd name="connsiteY4" fmla="*/ 3429676 h 6747798"/>
              <a:gd name="connsiteX5" fmla="*/ 0 w 6252783"/>
              <a:gd name="connsiteY5" fmla="*/ 3303373 h 6747798"/>
              <a:gd name="connsiteX6" fmla="*/ 3303372 w 6252783"/>
              <a:gd name="connsiteY6" fmla="*/ 0 h 6747798"/>
              <a:gd name="connsiteX0" fmla="*/ 3303372 w 6259133"/>
              <a:gd name="connsiteY0" fmla="*/ 0 h 6757323"/>
              <a:gd name="connsiteX1" fmla="*/ 6223285 w 6259133"/>
              <a:gd name="connsiteY1" fmla="*/ 0 h 6757323"/>
              <a:gd name="connsiteX2" fmla="*/ 6259133 w 6259133"/>
              <a:gd name="connsiteY2" fmla="*/ 6757323 h 6757323"/>
              <a:gd name="connsiteX3" fmla="*/ 3303373 w 6259133"/>
              <a:gd name="connsiteY3" fmla="*/ 6733049 h 6757323"/>
              <a:gd name="connsiteX4" fmla="*/ 0 w 6259133"/>
              <a:gd name="connsiteY4" fmla="*/ 3429676 h 6757323"/>
              <a:gd name="connsiteX5" fmla="*/ 0 w 6259133"/>
              <a:gd name="connsiteY5" fmla="*/ 3303373 h 6757323"/>
              <a:gd name="connsiteX6" fmla="*/ 3303372 w 6259133"/>
              <a:gd name="connsiteY6" fmla="*/ 0 h 6757323"/>
              <a:gd name="connsiteX0" fmla="*/ 3303372 w 6243258"/>
              <a:gd name="connsiteY0" fmla="*/ 0 h 6738273"/>
              <a:gd name="connsiteX1" fmla="*/ 6223285 w 6243258"/>
              <a:gd name="connsiteY1" fmla="*/ 0 h 6738273"/>
              <a:gd name="connsiteX2" fmla="*/ 6243258 w 6243258"/>
              <a:gd name="connsiteY2" fmla="*/ 6738273 h 6738273"/>
              <a:gd name="connsiteX3" fmla="*/ 3303373 w 6243258"/>
              <a:gd name="connsiteY3" fmla="*/ 6733049 h 6738273"/>
              <a:gd name="connsiteX4" fmla="*/ 0 w 6243258"/>
              <a:gd name="connsiteY4" fmla="*/ 3429676 h 6738273"/>
              <a:gd name="connsiteX5" fmla="*/ 0 w 6243258"/>
              <a:gd name="connsiteY5" fmla="*/ 3303373 h 6738273"/>
              <a:gd name="connsiteX6" fmla="*/ 3303372 w 6243258"/>
              <a:gd name="connsiteY6" fmla="*/ 0 h 6738273"/>
              <a:gd name="connsiteX0" fmla="*/ 3303372 w 6244369"/>
              <a:gd name="connsiteY0" fmla="*/ 0 h 6738273"/>
              <a:gd name="connsiteX1" fmla="*/ 6242335 w 6244369"/>
              <a:gd name="connsiteY1" fmla="*/ 0 h 6738273"/>
              <a:gd name="connsiteX2" fmla="*/ 6243258 w 6244369"/>
              <a:gd name="connsiteY2" fmla="*/ 6738273 h 6738273"/>
              <a:gd name="connsiteX3" fmla="*/ 3303373 w 6244369"/>
              <a:gd name="connsiteY3" fmla="*/ 6733049 h 6738273"/>
              <a:gd name="connsiteX4" fmla="*/ 0 w 6244369"/>
              <a:gd name="connsiteY4" fmla="*/ 3429676 h 6738273"/>
              <a:gd name="connsiteX5" fmla="*/ 0 w 6244369"/>
              <a:gd name="connsiteY5" fmla="*/ 3303373 h 6738273"/>
              <a:gd name="connsiteX6" fmla="*/ 3303372 w 6244369"/>
              <a:gd name="connsiteY6" fmla="*/ 0 h 6738273"/>
              <a:gd name="connsiteX0" fmla="*/ 3325597 w 6244369"/>
              <a:gd name="connsiteY0" fmla="*/ 0 h 6744623"/>
              <a:gd name="connsiteX1" fmla="*/ 6242335 w 6244369"/>
              <a:gd name="connsiteY1" fmla="*/ 6350 h 6744623"/>
              <a:gd name="connsiteX2" fmla="*/ 6243258 w 6244369"/>
              <a:gd name="connsiteY2" fmla="*/ 6744623 h 6744623"/>
              <a:gd name="connsiteX3" fmla="*/ 3303373 w 6244369"/>
              <a:gd name="connsiteY3" fmla="*/ 6739399 h 6744623"/>
              <a:gd name="connsiteX4" fmla="*/ 0 w 6244369"/>
              <a:gd name="connsiteY4" fmla="*/ 3436026 h 6744623"/>
              <a:gd name="connsiteX5" fmla="*/ 0 w 6244369"/>
              <a:gd name="connsiteY5" fmla="*/ 3309723 h 6744623"/>
              <a:gd name="connsiteX6" fmla="*/ 3325597 w 6244369"/>
              <a:gd name="connsiteY6" fmla="*/ 0 h 674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44369" h="6744623">
                <a:moveTo>
                  <a:pt x="3325597" y="0"/>
                </a:moveTo>
                <a:lnTo>
                  <a:pt x="6242335" y="6350"/>
                </a:lnTo>
                <a:cubicBezTo>
                  <a:pt x="6248993" y="2252441"/>
                  <a:pt x="6236600" y="4498532"/>
                  <a:pt x="6243258" y="6744623"/>
                </a:cubicBezTo>
                <a:lnTo>
                  <a:pt x="3303373" y="6739399"/>
                </a:lnTo>
                <a:cubicBezTo>
                  <a:pt x="1478970" y="6739399"/>
                  <a:pt x="0" y="5260429"/>
                  <a:pt x="0" y="3436026"/>
                </a:cubicBezTo>
                <a:lnTo>
                  <a:pt x="0" y="3309723"/>
                </a:lnTo>
                <a:cubicBezTo>
                  <a:pt x="0" y="1485320"/>
                  <a:pt x="1501195" y="0"/>
                  <a:pt x="3325597" y="0"/>
                </a:cubicBezTo>
                <a:close/>
              </a:path>
            </a:pathLst>
          </a:custGeom>
          <a:solidFill>
            <a:schemeClr val="accent3">
              <a:alpha val="25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67D0FB-409A-83F8-E17E-77F1522542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638299"/>
            <a:ext cx="4247535" cy="3023315"/>
          </a:xfrm>
        </p:spPr>
        <p:txBody>
          <a:bodyPr anchor="ctr" anchorCtr="0">
            <a:normAutofit/>
          </a:bodyPr>
          <a:lstStyle>
            <a:lvl1pPr algn="l">
              <a:defRPr sz="4000" b="1" i="0" kern="1200" spc="-50" baseline="0"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91B8025-B3D5-80E2-481F-5236616F6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808531"/>
            <a:ext cx="4247535" cy="1366683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="1" i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3E6D9-1180-D332-7147-0EF1C1D26E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551272"/>
            <a:ext cx="2807850" cy="66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95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9FF6C1-1F10-6B81-CAF0-B28BC6E744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4581" y="733270"/>
            <a:ext cx="9018106" cy="70910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1E7022-7CAE-F7C0-D3C5-5B581F40C15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504581" y="1825354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64A8-114B-5D81-514A-3E243058482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504581" y="2876669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82BF47-8D5B-87BE-5127-15DCE9D4059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504581" y="3923512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DD2B938-8AFF-0643-A887-9B1904CA619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4581" y="5011954"/>
            <a:ext cx="9018106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CEC661D-E074-375D-91A2-5AE8C1E640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1" y="5246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356D2A1-1F4F-E034-3663-54B8AC3457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7254" y="1613074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2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DE5DCA6-E722-888B-586D-7DCE83FA44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400" y="3711232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>
                <a:latin typeface="+mj-lt"/>
              </a:rPr>
              <a:t>4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1A37EF-DD9A-147C-DAE2-0D6A31A392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4400" y="4799674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5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BE69E7-EF78-104F-175E-E14F0469BC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254" y="2664389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>
                <a:latin typeface="+mj-lt"/>
              </a:rPr>
              <a:t>3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DF492-CD6C-EA44-7953-D5CB69D88EC5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ACF1978-4EEE-708E-66D8-559E0EA6A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8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D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E9FF6C1-1F10-6B81-CAF0-B28BC6E744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828595"/>
            <a:ext cx="5181600" cy="70910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1E7022-7CAE-F7C0-D3C5-5B581F40C152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6000" y="1920679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A9F64A8-114B-5D81-514A-3E243058482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96000" y="2971994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82BF47-8D5B-87BE-5127-15DCE9D40596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096000" y="4018837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DD2B938-8AFF-0643-A887-9B1904CA619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096000" y="5107279"/>
            <a:ext cx="5181600" cy="7132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lang="en-US" sz="2400" b="0" i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Section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15639E-8CC4-FEB7-1691-4EBF3865C265}"/>
              </a:ext>
            </a:extLst>
          </p:cNvPr>
          <p:cNvGrpSpPr/>
          <p:nvPr userDrawn="1"/>
        </p:nvGrpSpPr>
        <p:grpSpPr>
          <a:xfrm>
            <a:off x="621792" y="1545469"/>
            <a:ext cx="3829722" cy="3767059"/>
            <a:chOff x="621792" y="1954264"/>
            <a:chExt cx="3829722" cy="376705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E82A96D-087E-F58E-196E-5312EB64A1C5}"/>
                </a:ext>
              </a:extLst>
            </p:cNvPr>
            <p:cNvSpPr/>
            <p:nvPr/>
          </p:nvSpPr>
          <p:spPr>
            <a:xfrm>
              <a:off x="621792" y="1954264"/>
              <a:ext cx="3829722" cy="376705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06907D-77AF-BD36-8B08-EC1B63CB1CA8}"/>
                </a:ext>
              </a:extLst>
            </p:cNvPr>
            <p:cNvSpPr/>
            <p:nvPr userDrawn="1"/>
          </p:nvSpPr>
          <p:spPr>
            <a:xfrm>
              <a:off x="1044251" y="2798075"/>
              <a:ext cx="2984804" cy="2079439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None/>
              </a:pPr>
              <a:r>
                <a:rPr lang="en-US" altLang="en-US" sz="5400" b="1" i="0" dirty="0">
                  <a:solidFill>
                    <a:schemeClr val="bg1"/>
                  </a:solidFill>
                  <a:latin typeface="Aptos SemiBold" panose="020B0004020202020204" pitchFamily="34" charset="0"/>
                  <a:ea typeface="ヒラギノ角ゴ Pro W3" panose="020B0300000000000000" pitchFamily="34" charset="-128"/>
                </a:rPr>
                <a:t>Table of Contents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CEC661D-E074-375D-91A2-5AE8C1E640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05820" y="619957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1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356D2A1-1F4F-E034-3663-54B8AC3457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18673" y="1708399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2</a:t>
            </a:r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DE5DCA6-E722-888B-586D-7DCE83FA44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5819" y="3806557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4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1A37EF-DD9A-147C-DAE2-0D6A31A392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05819" y="4894999"/>
            <a:ext cx="590180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5</a:t>
            </a:r>
            <a:endParaRPr lang="en-US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DDBE69E7-EF78-104F-175E-E14F0469BC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18673" y="2759714"/>
            <a:ext cx="577327" cy="925512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6000" b="1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sz="6000" b="1" dirty="0">
                <a:latin typeface="+mj-lt"/>
              </a:rPr>
              <a:t>3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094E32-2C85-8ADD-539E-76B83E2E9435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DE45239-D483-2263-10A0-8E3A015ED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92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mp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E918-0B1E-6452-87A9-DF4A3D2B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61366"/>
            <a:ext cx="8219090" cy="89632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79FFB5-ECB2-E90E-2D1D-C621D6717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257693"/>
            <a:ext cx="8219090" cy="2790776"/>
          </a:xfrm>
        </p:spPr>
        <p:txBody>
          <a:bodyPr anchor="ctr" anchorCtr="0"/>
          <a:lstStyle>
            <a:lvl1pPr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BCB6D3-B142-FB2C-D327-2CEC712E20F6}"/>
              </a:ext>
            </a:extLst>
          </p:cNvPr>
          <p:cNvSpPr txBox="1"/>
          <p:nvPr userDrawn="1"/>
        </p:nvSpPr>
        <p:spPr>
          <a:xfrm>
            <a:off x="914400" y="623966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79382-3180-1F3E-8A06-97DEB4D7382A}"/>
              </a:ext>
            </a:extLst>
          </p:cNvPr>
          <p:cNvSpPr txBox="1"/>
          <p:nvPr userDrawn="1"/>
        </p:nvSpPr>
        <p:spPr>
          <a:xfrm>
            <a:off x="2286000" y="6172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94B26-D163-1806-2074-9D15D1D348AF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2111BE0-B2CD-B61C-0BE2-497175957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77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Round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53718-B504-7F87-E066-0EBF37695DAA}"/>
              </a:ext>
            </a:extLst>
          </p:cNvPr>
          <p:cNvSpPr/>
          <p:nvPr userDrawn="1"/>
        </p:nvSpPr>
        <p:spPr>
          <a:xfrm>
            <a:off x="3233854" y="6016752"/>
            <a:ext cx="8207509" cy="3808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3EAC77-E29C-9F0D-95C2-15B86A3057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016"/>
            <a:ext cx="8361600" cy="6720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9FFB5-ECB2-E90E-2D1D-C621D6717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257693"/>
            <a:ext cx="6931742" cy="2790776"/>
          </a:xfrm>
        </p:spPr>
        <p:txBody>
          <a:bodyPr anchor="ctr" anchorCtr="0"/>
          <a:lstStyle>
            <a:lvl1pPr>
              <a:defRPr sz="600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E918-0B1E-6452-87A9-DF4A3D2B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61366"/>
            <a:ext cx="6931742" cy="89632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916EB-C801-BFE4-6A68-64A2CABDA4A4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B0A938F-7FAC-4C06-1130-5E7F6E38A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7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Rounded with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353718-B504-7F87-E066-0EBF37695DAA}"/>
              </a:ext>
            </a:extLst>
          </p:cNvPr>
          <p:cNvSpPr/>
          <p:nvPr userDrawn="1"/>
        </p:nvSpPr>
        <p:spPr>
          <a:xfrm>
            <a:off x="3233854" y="6016752"/>
            <a:ext cx="8207509" cy="3808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3EAC77-E29C-9F0D-95C2-15B86A3057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2"/>
          <a:stretch/>
        </p:blipFill>
        <p:spPr>
          <a:xfrm>
            <a:off x="-1" y="128016"/>
            <a:ext cx="6358561" cy="67299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9FFB5-ECB2-E90E-2D1D-C621D6717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257693"/>
            <a:ext cx="4630994" cy="2790776"/>
          </a:xfrm>
        </p:spPr>
        <p:txBody>
          <a:bodyPr anchor="ctr" anchorCtr="0"/>
          <a:lstStyle>
            <a:lvl1pPr>
              <a:defRPr sz="600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E918-0B1E-6452-87A9-DF4A3D2B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61366"/>
            <a:ext cx="4630994" cy="89632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C43BAA-0F15-9951-75E0-1F9B1178AC3B}"/>
              </a:ext>
            </a:extLst>
          </p:cNvPr>
          <p:cNvSpPr txBox="1"/>
          <p:nvPr userDrawn="1"/>
        </p:nvSpPr>
        <p:spPr>
          <a:xfrm>
            <a:off x="8509819" y="299392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560B3A9-B61F-7E89-BD7B-C6141A5EB797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873869" y="1241053"/>
            <a:ext cx="4630994" cy="4512417"/>
          </a:xfrm>
        </p:spPr>
        <p:txBody>
          <a:bodyPr anchor="ctr"/>
          <a:lstStyle>
            <a:lvl1pPr marL="0" indent="0">
              <a:lnSpc>
                <a:spcPct val="12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Insert key definition or statement, left aligned.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FCCB4F-F41B-D66C-1FAB-C574658C4550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B1DF48A-CD80-E489-330C-B18472CFA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909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Rounded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EE918-0B1E-6452-87A9-DF4A3D2B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61366"/>
            <a:ext cx="4484914" cy="896327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79FFB5-ECB2-E90E-2D1D-C621D6717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257693"/>
            <a:ext cx="4484914" cy="2790776"/>
          </a:xfrm>
        </p:spPr>
        <p:txBody>
          <a:bodyPr anchor="ctr" anchorCtr="0"/>
          <a:lstStyle>
            <a:lvl1pPr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2CB6A0-6979-AF6F-C9AE-B10E59261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89599" y="128016"/>
            <a:ext cx="6502399" cy="6729984"/>
          </a:xfrm>
          <a:custGeom>
            <a:avLst/>
            <a:gdLst>
              <a:gd name="connsiteX0" fmla="*/ 3303372 w 6606744"/>
              <a:gd name="connsiteY0" fmla="*/ 0 h 6733049"/>
              <a:gd name="connsiteX1" fmla="*/ 6606744 w 6606744"/>
              <a:gd name="connsiteY1" fmla="*/ 0 h 6733049"/>
              <a:gd name="connsiteX2" fmla="*/ 6606744 w 6606744"/>
              <a:gd name="connsiteY2" fmla="*/ 6733049 h 6733049"/>
              <a:gd name="connsiteX3" fmla="*/ 3303373 w 6606744"/>
              <a:gd name="connsiteY3" fmla="*/ 6733049 h 6733049"/>
              <a:gd name="connsiteX4" fmla="*/ 0 w 6606744"/>
              <a:gd name="connsiteY4" fmla="*/ 3429676 h 6733049"/>
              <a:gd name="connsiteX5" fmla="*/ 0 w 6606744"/>
              <a:gd name="connsiteY5" fmla="*/ 3303373 h 6733049"/>
              <a:gd name="connsiteX6" fmla="*/ 3303372 w 6606744"/>
              <a:gd name="connsiteY6" fmla="*/ 0 h 6733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06744" h="6733049">
                <a:moveTo>
                  <a:pt x="3303372" y="0"/>
                </a:moveTo>
                <a:lnTo>
                  <a:pt x="6606744" y="0"/>
                </a:lnTo>
                <a:lnTo>
                  <a:pt x="6606744" y="6733049"/>
                </a:lnTo>
                <a:lnTo>
                  <a:pt x="3303373" y="6733049"/>
                </a:lnTo>
                <a:cubicBezTo>
                  <a:pt x="1478970" y="6733049"/>
                  <a:pt x="0" y="5254079"/>
                  <a:pt x="0" y="3429676"/>
                </a:cubicBezTo>
                <a:lnTo>
                  <a:pt x="0" y="3303373"/>
                </a:lnTo>
                <a:cubicBezTo>
                  <a:pt x="0" y="1478970"/>
                  <a:pt x="1478970" y="0"/>
                  <a:pt x="3303372" y="0"/>
                </a:cubicBezTo>
                <a:close/>
              </a:path>
            </a:pathLst>
          </a:custGeom>
          <a:solidFill>
            <a:schemeClr val="accent3">
              <a:alpha val="25000"/>
            </a:schemeClr>
          </a:solidFill>
        </p:spPr>
        <p:txBody>
          <a:bodyPr wrap="square" anchor="ctr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BCB6D3-B142-FB2C-D327-2CEC712E20F6}"/>
              </a:ext>
            </a:extLst>
          </p:cNvPr>
          <p:cNvSpPr txBox="1"/>
          <p:nvPr userDrawn="1"/>
        </p:nvSpPr>
        <p:spPr>
          <a:xfrm>
            <a:off x="914400" y="623966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79382-3180-1F3E-8A06-97DEB4D7382A}"/>
              </a:ext>
            </a:extLst>
          </p:cNvPr>
          <p:cNvSpPr txBox="1"/>
          <p:nvPr userDrawn="1"/>
        </p:nvSpPr>
        <p:spPr>
          <a:xfrm>
            <a:off x="2286000" y="6172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12C56-E942-E6C3-8DE9-C0B672CCA69B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416223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3E81-1BB1-5FC1-EE86-A5C950702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4720" y="2204170"/>
            <a:ext cx="10058400" cy="2113915"/>
          </a:xfrm>
        </p:spPr>
        <p:txBody>
          <a:bodyPr>
            <a:normAutofit/>
          </a:bodyPr>
          <a:lstStyle>
            <a:lvl1pPr marL="274320" indent="-457200">
              <a:defRPr sz="4000"/>
            </a:lvl1pPr>
          </a:lstStyle>
          <a:p>
            <a:r>
              <a:rPr lang="en-US" dirty="0"/>
              <a:t>“Insert quote here or key statement, left aligned or centered on page.”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CE78F5B-96F8-301D-C6EE-AEC86018298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4318086"/>
            <a:ext cx="10078720" cy="410508"/>
          </a:xfrm>
        </p:spPr>
        <p:txBody>
          <a:bodyPr anchor="t"/>
          <a:lstStyle>
            <a:lvl1pPr marL="27432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Credit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1BC8C-8AB0-777B-5442-4239732BD380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D3C574E-9EBE-B4A4-B3D6-93EEB33AD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803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34E8-7317-C2E0-0849-28BFCC86A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B365D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D118912-8E54-DE34-8DE8-A01DBD6C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9706"/>
            <a:ext cx="10363200" cy="9130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EA11338-FED0-54DA-3C32-69EC0236A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D18D3-84AE-EEE1-7F42-EA86C751CDDA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472969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eader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BBB423E-755B-1519-A27C-A6547D8F7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217071"/>
            <a:ext cx="10363200" cy="35741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A5D667-399E-3574-5008-5D9A89E8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8649"/>
            <a:ext cx="5190165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08420A94-42E2-DD34-7B3E-6B6FD0B3D0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450156"/>
            <a:ext cx="5190164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4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 here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8AF0163-4A65-6E86-21C0-840CE3D29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F0509-FE85-FCE6-4D97-989BB6968888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478259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6503-DD78-2342-1E29-9AFE8C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4400"/>
          </a:xfrm>
        </p:spPr>
        <p:txBody>
          <a:bodyPr>
            <a:normAutofit/>
          </a:bodyPr>
          <a:lstStyle>
            <a:lvl1pPr>
              <a:defRPr sz="4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F341-ED71-646A-640E-8FE822B368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1317402"/>
            <a:ext cx="5083175" cy="74725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DFFEB-F573-0BB1-187E-BF04F49FD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103643"/>
            <a:ext cx="5083175" cy="36875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5DFCBD-3FEF-C58A-423A-C25C7878E9C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316419"/>
            <a:ext cx="5083175" cy="749808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2748D-706E-CE54-B6E2-799FC7894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03121"/>
            <a:ext cx="5105400" cy="368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D2ACA4F-DD0B-C63A-9A4E-E17ABA2BA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FE8DB-086C-C17F-189F-545DE8CD7238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17176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8641-8B4F-D444-19EC-BF7D8624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3857625" cy="2863922"/>
          </a:xfrm>
        </p:spPr>
        <p:txBody>
          <a:bodyPr anchor="b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AC393-7E96-B9A7-1EB2-4A0C2FE4B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7085"/>
            <a:ext cx="6094412" cy="503411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350D6-D385-7F8E-946D-A25E5C0E1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3321122"/>
            <a:ext cx="3857625" cy="24700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50C4979-82C6-C9A6-7595-F7138CEA3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B7D19-3DEC-14D4-5D8A-5D77D9C22F06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814052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8D27-6BDD-5417-8EC4-00291A711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972465"/>
            <a:ext cx="10363200" cy="913069"/>
          </a:xfrm>
        </p:spPr>
        <p:txBody>
          <a:bodyPr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dirty="0"/>
              <a:t>Master title can be left or center aligned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7F1DD-786F-7381-3F78-98D502E1071A}"/>
              </a:ext>
            </a:extLst>
          </p:cNvPr>
          <p:cNvSpPr txBox="1"/>
          <p:nvPr userDrawn="1"/>
        </p:nvSpPr>
        <p:spPr>
          <a:xfrm>
            <a:off x="2473569" y="12895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D6EF0B-8C87-3769-E2A8-3FF937DC9CD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14400" y="2225213"/>
            <a:ext cx="10363200" cy="74725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header, left or center aligned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CDD01AF-1DB8-2948-A174-15AF1EA81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6A99D0-9FEE-0430-C380-6F61B5FDC743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98494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8D27-6BDD-5417-8EC4-00291A7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72465"/>
            <a:ext cx="10363200" cy="913069"/>
          </a:xfrm>
        </p:spPr>
        <p:txBody>
          <a:bodyPr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7F1DD-786F-7381-3F78-98D502E1071A}"/>
              </a:ext>
            </a:extLst>
          </p:cNvPr>
          <p:cNvSpPr txBox="1"/>
          <p:nvPr userDrawn="1"/>
        </p:nvSpPr>
        <p:spPr>
          <a:xfrm>
            <a:off x="2473569" y="12895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F6EAD-0757-8A65-37DA-D25F5A701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3DC7C-76AC-6416-75A8-64CBEE9D2B9B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92233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-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32DC0-1172-D9AF-7562-D2835381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8649"/>
            <a:ext cx="5190165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D416DDC-E451-9D45-458A-9C5675364E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450156"/>
            <a:ext cx="5190164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4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 here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F4DCA7E5-C14E-EFF5-6BE9-4826838C73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2199964"/>
            <a:ext cx="5190165" cy="3744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1074604" indent="-285750">
              <a:buFont typeface="Arial" panose="020B0604020202020204" pitchFamily="34" charset="0"/>
              <a:buChar char="•"/>
              <a:defRPr sz="1600"/>
            </a:lvl3pPr>
            <a:lvl4pPr marL="1469030" indent="-285750">
              <a:buFont typeface="Arial" panose="020B0604020202020204" pitchFamily="34" charset="0"/>
              <a:buChar char="•"/>
              <a:defRPr/>
            </a:lvl4pPr>
            <a:lvl5pPr marL="186345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21BDF8F-7B64-659D-5BE8-E490BDE808E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10400" y="128016"/>
            <a:ext cx="5181600" cy="672084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anchor="ctr">
            <a:normAutofit/>
          </a:bodyPr>
          <a:lstStyle>
            <a:lvl1pPr marL="0" marR="0" indent="0" algn="ctr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pPr marL="197213" marR="0" lvl="0" indent="-197213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8B03C8-0E8E-240B-9F01-F7527BCE8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809" b="-8809"/>
          <a:stretch/>
        </p:blipFill>
        <p:spPr>
          <a:xfrm>
            <a:off x="0" y="0"/>
            <a:ext cx="12192000" cy="137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91AA61-FA13-F2C8-B61F-BA1E30B0D1CA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2044806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- Imag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21BDF8F-7B64-659D-5BE8-E490BDE808E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28016"/>
            <a:ext cx="5181600" cy="6720840"/>
          </a:xfrm>
          <a:prstGeom prst="rect">
            <a:avLst/>
          </a:prstGeom>
          <a:solidFill>
            <a:schemeClr val="accent3">
              <a:alpha val="25000"/>
            </a:schemeClr>
          </a:solidFill>
        </p:spPr>
        <p:txBody>
          <a:bodyPr anchor="ctr">
            <a:normAutofit/>
          </a:bodyPr>
          <a:lstStyle>
            <a:lvl1pPr marL="0" marR="0" indent="0" algn="ctr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pPr marL="197213" marR="0" lvl="0" indent="-197213" algn="l" defTabSz="788854" rtl="0" eaLnBrk="1" fontAlgn="auto" latinLnBrk="0" hangingPunct="1">
              <a:lnSpc>
                <a:spcPct val="90000"/>
              </a:lnSpc>
              <a:spcBef>
                <a:spcPts val="86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CEB7B9-678D-E564-25CE-E3C12BAD3D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809" b="-8809"/>
          <a:stretch/>
        </p:blipFill>
        <p:spPr>
          <a:xfrm>
            <a:off x="0" y="0"/>
            <a:ext cx="12192000" cy="1371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659689C-9B96-2063-97E4-8485171C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717" y="518649"/>
            <a:ext cx="5190165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58046E7B-1BB3-ED5E-B56D-C73A8ED300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1717" y="1450156"/>
            <a:ext cx="5190164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4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 here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C1A5AFD-2E16-B672-3D27-F9BCD6E324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1717" y="2199964"/>
            <a:ext cx="5190165" cy="3744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1074604" indent="-285750">
              <a:buFont typeface="Arial" panose="020B0604020202020204" pitchFamily="34" charset="0"/>
              <a:buChar char="•"/>
              <a:defRPr sz="1600"/>
            </a:lvl3pPr>
            <a:lvl4pPr marL="1469030" indent="-285750">
              <a:buFont typeface="Arial" panose="020B0604020202020204" pitchFamily="34" charset="0"/>
              <a:buChar char="•"/>
              <a:defRPr/>
            </a:lvl4pPr>
            <a:lvl5pPr marL="186345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1284B1F-4616-F015-1C1D-E29B1A693735}"/>
              </a:ext>
            </a:extLst>
          </p:cNvPr>
          <p:cNvSpPr txBox="1">
            <a:spLocks/>
          </p:cNvSpPr>
          <p:nvPr userDrawn="1"/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748873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437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873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3310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7748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2184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6621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21057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5494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722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- Highlight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EEA137-470A-54B5-8350-EE3880026FE4}"/>
              </a:ext>
            </a:extLst>
          </p:cNvPr>
          <p:cNvSpPr/>
          <p:nvPr userDrawn="1"/>
        </p:nvSpPr>
        <p:spPr>
          <a:xfrm>
            <a:off x="7604760" y="0"/>
            <a:ext cx="458724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8B03C8-0E8E-240B-9F01-F7527BCE8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809" b="-8809"/>
          <a:stretch/>
        </p:blipFill>
        <p:spPr>
          <a:xfrm>
            <a:off x="0" y="0"/>
            <a:ext cx="12192000" cy="137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F91417-0397-FD31-CABD-61B2A9975AA9}"/>
              </a:ext>
            </a:extLst>
          </p:cNvPr>
          <p:cNvSpPr txBox="1"/>
          <p:nvPr userDrawn="1"/>
        </p:nvSpPr>
        <p:spPr>
          <a:xfrm>
            <a:off x="4085303" y="172556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E87DE22-34C6-A68F-3FC1-6CB96ED3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8649"/>
            <a:ext cx="609872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AB1F4254-1975-FC0B-FDF8-2CC9F0B1DB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1450156"/>
            <a:ext cx="6098719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4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 here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03046F59-FDCC-333B-8367-6236D1E1F8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2199964"/>
            <a:ext cx="6098720" cy="3744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1074604" indent="-285750">
              <a:buFont typeface="Arial" panose="020B0604020202020204" pitchFamily="34" charset="0"/>
              <a:buChar char="•"/>
              <a:defRPr sz="1600"/>
            </a:lvl3pPr>
            <a:lvl4pPr marL="1469030" indent="-285750">
              <a:buFont typeface="Arial" panose="020B0604020202020204" pitchFamily="34" charset="0"/>
              <a:buChar char="•"/>
              <a:defRPr/>
            </a:lvl4pPr>
            <a:lvl5pPr marL="1863458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2">
            <a:extLst>
              <a:ext uri="{FF2B5EF4-FFF2-40B4-BE49-F238E27FC236}">
                <a16:creationId xmlns:a16="http://schemas.microsoft.com/office/drawing/2014/main" id="{C419E22A-BFBC-73D6-19C8-00B7FD649F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4327" y="1151448"/>
            <a:ext cx="3628105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4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Highlight One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291145A6-00CD-0751-4F1B-CFE5F3A621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84327" y="3054096"/>
            <a:ext cx="3628105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4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Highlight Two</a:t>
            </a:r>
          </a:p>
        </p:txBody>
      </p: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BD37E913-1524-065A-4C92-E25F16B27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4327" y="4956744"/>
            <a:ext cx="3628105" cy="74980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4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Highlight Three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64EF9236-F6F7-62C6-82B7-3436E46C0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D5DFB-A3DD-5063-2AD0-5BE6D26A2DBB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154285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- Highlight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1657D1-B78B-B005-2A24-65031E1CC3EC}"/>
              </a:ext>
            </a:extLst>
          </p:cNvPr>
          <p:cNvSpPr/>
          <p:nvPr userDrawn="1"/>
        </p:nvSpPr>
        <p:spPr>
          <a:xfrm>
            <a:off x="0" y="0"/>
            <a:ext cx="494071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65DBC0D-1E52-4A94-54F7-8A3FBA998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/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CEB7B9-678D-E564-25CE-E3C12BAD3D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809" b="-8809"/>
          <a:stretch/>
        </p:blipFill>
        <p:spPr>
          <a:xfrm>
            <a:off x="0" y="0"/>
            <a:ext cx="12192000" cy="13716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E9F4280-5E30-7C9D-02E3-98C38BF5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680" y="3083094"/>
            <a:ext cx="3144126" cy="260978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5B449625-D51B-B36E-D6C1-075E3306B7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1680" y="2249863"/>
            <a:ext cx="3144126" cy="74980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90000"/>
              </a:lnSpc>
              <a:buNone/>
              <a:defRPr sz="24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Label Header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375F7BA4-6C3B-A219-87D9-08564BE9CD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30644" y="664357"/>
            <a:ext cx="5749675" cy="1560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900" b="1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788854" indent="0">
              <a:buFont typeface="Arial" panose="020B0604020202020204" pitchFamily="34" charset="0"/>
              <a:buNone/>
              <a:defRPr sz="1600"/>
            </a:lvl3pPr>
            <a:lvl4pPr marL="1183280" indent="0">
              <a:buFont typeface="Arial" panose="020B0604020202020204" pitchFamily="34" charset="0"/>
              <a:buNone/>
              <a:defRPr/>
            </a:lvl4pPr>
            <a:lvl5pPr marL="1577708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Item One</a:t>
            </a:r>
          </a:p>
          <a:p>
            <a:pPr lvl="1"/>
            <a:r>
              <a:rPr lang="en-US" dirty="0"/>
              <a:t>First bullet</a:t>
            </a:r>
          </a:p>
          <a:p>
            <a:pPr lvl="1"/>
            <a:r>
              <a:rPr lang="en-US" dirty="0"/>
              <a:t>Second bullet</a:t>
            </a:r>
          </a:p>
          <a:p>
            <a:pPr lvl="1"/>
            <a:r>
              <a:rPr lang="en-US" dirty="0"/>
              <a:t>Third bullet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CDD89DBC-8D4B-84AA-08C3-5C6A561F0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30644" y="2596396"/>
            <a:ext cx="5749675" cy="1560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900" b="1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788854" indent="0">
              <a:buFont typeface="Arial" panose="020B0604020202020204" pitchFamily="34" charset="0"/>
              <a:buNone/>
              <a:defRPr sz="1600"/>
            </a:lvl3pPr>
            <a:lvl4pPr marL="1183280" indent="0">
              <a:buFont typeface="Arial" panose="020B0604020202020204" pitchFamily="34" charset="0"/>
              <a:buNone/>
              <a:defRPr/>
            </a:lvl4pPr>
            <a:lvl5pPr marL="1577708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Item Two</a:t>
            </a:r>
          </a:p>
          <a:p>
            <a:pPr lvl="1"/>
            <a:r>
              <a:rPr lang="en-US" dirty="0"/>
              <a:t>First bullet</a:t>
            </a:r>
          </a:p>
          <a:p>
            <a:pPr lvl="1"/>
            <a:r>
              <a:rPr lang="en-US" dirty="0"/>
              <a:t>Second bullet</a:t>
            </a:r>
          </a:p>
          <a:p>
            <a:pPr lvl="1"/>
            <a:r>
              <a:rPr lang="en-US" dirty="0"/>
              <a:t>Third bullet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B1558F98-1C07-DB0A-B4E7-FE6A8B0D24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30644" y="4528435"/>
            <a:ext cx="5749675" cy="1560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900" b="1" baseline="0">
                <a:solidFill>
                  <a:schemeClr val="tx1"/>
                </a:solidFill>
              </a:defRPr>
            </a:lvl1pPr>
            <a:lvl2pPr marL="680177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2pPr>
            <a:lvl3pPr marL="788854" indent="0">
              <a:buFont typeface="Arial" panose="020B0604020202020204" pitchFamily="34" charset="0"/>
              <a:buNone/>
              <a:defRPr sz="1600"/>
            </a:lvl3pPr>
            <a:lvl4pPr marL="1183280" indent="0">
              <a:buFont typeface="Arial" panose="020B0604020202020204" pitchFamily="34" charset="0"/>
              <a:buNone/>
              <a:defRPr/>
            </a:lvl4pPr>
            <a:lvl5pPr marL="1577708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Item Three</a:t>
            </a:r>
          </a:p>
          <a:p>
            <a:pPr lvl="1"/>
            <a:r>
              <a:rPr lang="en-US" dirty="0"/>
              <a:t>First bullet</a:t>
            </a:r>
          </a:p>
          <a:p>
            <a:pPr lvl="1"/>
            <a:r>
              <a:rPr lang="en-US" dirty="0"/>
              <a:t>Second bullet</a:t>
            </a:r>
          </a:p>
          <a:p>
            <a:pPr lvl="1"/>
            <a:r>
              <a:rPr lang="en-US" dirty="0"/>
              <a:t>Third bullet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7E25D-DE60-1760-66C3-D18C499F87F1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3082484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Step &amp; 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6503-DD78-2342-1E29-9AFE8C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44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F341-ED71-646A-640E-8FE822B368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1189703"/>
            <a:ext cx="10363200" cy="74725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DFFEB-F573-0BB1-187E-BF04F49FD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02438" y="2952977"/>
            <a:ext cx="2423160" cy="251191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62748D-706E-CE54-B6E2-799FC7894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94475" y="2952977"/>
            <a:ext cx="2423160" cy="251191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E4DE70-1C5B-27C1-6544-BB3D64F307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86511" y="2952977"/>
            <a:ext cx="2423160" cy="25119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EA1FB08-4A19-0340-C00E-F42975D05B9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01788" y="2248084"/>
            <a:ext cx="2424112" cy="502920"/>
          </a:xfrm>
          <a:prstGeom prst="roundRect">
            <a:avLst/>
          </a:prstGeo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8DAFBBE-DE45-76C2-2F6F-52EBD21980B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94263" y="2248084"/>
            <a:ext cx="2424112" cy="502920"/>
          </a:xfrm>
          <a:prstGeom prst="roundRect">
            <a:avLst/>
          </a:prstGeo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93603703-D075-3A9B-6057-E74BD4EAA3A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6738" y="2248084"/>
            <a:ext cx="2422525" cy="502920"/>
          </a:xfrm>
          <a:prstGeom prst="roundRect">
            <a:avLst/>
          </a:prstGeom>
          <a:solidFill>
            <a:schemeClr val="tx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9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894791B-AFF2-6A1A-B25D-065976F027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E5226-3F5A-4691-8512-9AE71977668A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2017264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6503-DD78-2342-1E29-9AFE8C06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44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AF341-ED71-646A-640E-8FE822B368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400" y="1189703"/>
            <a:ext cx="10363200" cy="74725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900" b="0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Level 2 header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18FDBBC-1877-267B-7FA3-E68EED15A5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6592" y="2426196"/>
            <a:ext cx="1943100" cy="194310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E59DD1-0856-B82B-CB94-FFFAB426EE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92" y="4999140"/>
            <a:ext cx="2552700" cy="66900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one to two lines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F73DD779-0EEA-ECDD-E027-5082FB0E4A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792" y="4556690"/>
            <a:ext cx="2552700" cy="364356"/>
          </a:xfrm>
        </p:spPr>
        <p:txBody>
          <a:bodyPr>
            <a:normAutofit/>
          </a:bodyPr>
          <a:lstStyle>
            <a:lvl1pPr marL="0" indent="0" algn="ctr">
              <a:buNone/>
              <a:defRPr sz="1900" b="1"/>
            </a:lvl1pPr>
          </a:lstStyle>
          <a:p>
            <a:pPr lvl="0"/>
            <a:r>
              <a:rPr lang="en-US" dirty="0"/>
              <a:t>Team Member Name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4BACC4DC-ECFA-A756-7FFC-0284133EBA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743534" y="2426196"/>
            <a:ext cx="1943100" cy="194310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D0C2091F-68EB-265D-AB14-CC01E99597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38734" y="4999140"/>
            <a:ext cx="2552700" cy="66900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one to two lines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155D1F62-88BA-179C-2E5D-D09D7809B8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8734" y="4556690"/>
            <a:ext cx="2552700" cy="364356"/>
          </a:xfrm>
        </p:spPr>
        <p:txBody>
          <a:bodyPr>
            <a:normAutofit/>
          </a:bodyPr>
          <a:lstStyle>
            <a:lvl1pPr marL="0" indent="0" algn="ctr">
              <a:buNone/>
              <a:defRPr sz="1900" b="1"/>
            </a:lvl1pPr>
          </a:lstStyle>
          <a:p>
            <a:pPr lvl="0"/>
            <a:r>
              <a:rPr lang="en-US" dirty="0"/>
              <a:t>Team Member Name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DB3445E5-1BE6-26B3-F2E4-8662DCDAF57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560476" y="2426196"/>
            <a:ext cx="1943100" cy="194310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91DB33E9-8FAD-BFCE-769D-4D0B5F6109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5676" y="4999140"/>
            <a:ext cx="2552700" cy="66900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one to two lines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AC3716D0-3297-66AA-DA0B-40969B0FCE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5676" y="4556690"/>
            <a:ext cx="2552700" cy="364356"/>
          </a:xfrm>
        </p:spPr>
        <p:txBody>
          <a:bodyPr>
            <a:normAutofit/>
          </a:bodyPr>
          <a:lstStyle>
            <a:lvl1pPr marL="0" indent="0" algn="ctr">
              <a:buNone/>
              <a:defRPr sz="1900" b="1"/>
            </a:lvl1pPr>
          </a:lstStyle>
          <a:p>
            <a:pPr lvl="0"/>
            <a:r>
              <a:rPr lang="en-US" dirty="0"/>
              <a:t>Team Member Name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25B6C3AD-68D1-89A0-FEDD-63D3AB3DF1D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377418" y="2426196"/>
            <a:ext cx="1943100" cy="194310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618277A0-BB8B-3BAE-6A8A-BF6485037AE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72618" y="4999140"/>
            <a:ext cx="2552700" cy="669009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 one to two lines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7A16E29-2D4B-A290-A9D4-04905E2B77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72618" y="4556690"/>
            <a:ext cx="2552700" cy="364356"/>
          </a:xfrm>
        </p:spPr>
        <p:txBody>
          <a:bodyPr>
            <a:normAutofit/>
          </a:bodyPr>
          <a:lstStyle>
            <a:lvl1pPr marL="0" indent="0" algn="ctr">
              <a:buNone/>
              <a:defRPr sz="1900" b="1"/>
            </a:lvl1pPr>
          </a:lstStyle>
          <a:p>
            <a:pPr lvl="0"/>
            <a:r>
              <a:rPr lang="en-US" dirty="0"/>
              <a:t>Team Member Name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B7799C-C7C9-C263-9CB3-B2E9B42F188B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5EA61-6A2E-4300-DB7A-4A9F622F9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39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4E282BD-BFBC-AE8E-E672-C695C3F63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BF216-49AA-C5BA-8671-C061810D8EC7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1582906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1BCB6D3-B142-FB2C-D327-2CEC712E20F6}"/>
              </a:ext>
            </a:extLst>
          </p:cNvPr>
          <p:cNvSpPr txBox="1"/>
          <p:nvPr userDrawn="1"/>
        </p:nvSpPr>
        <p:spPr>
          <a:xfrm>
            <a:off x="914400" y="623966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79382-3180-1F3E-8A06-97DEB4D7382A}"/>
              </a:ext>
            </a:extLst>
          </p:cNvPr>
          <p:cNvSpPr txBox="1"/>
          <p:nvPr userDrawn="1"/>
        </p:nvSpPr>
        <p:spPr>
          <a:xfrm>
            <a:off x="2286000" y="6172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9544FC4-3B10-8E4C-3861-5BB4E643C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  <a:prstGeom prst="rect">
            <a:avLst/>
          </a:prstGeom>
        </p:spPr>
        <p:txBody>
          <a:bodyPr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02AF41C-0C01-4292-8B40-325CC9F1007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38E29-7244-5F3F-1929-48D16ADD889B}"/>
              </a:ext>
            </a:extLst>
          </p:cNvPr>
          <p:cNvSpPr txBox="1"/>
          <p:nvPr userDrawn="1"/>
        </p:nvSpPr>
        <p:spPr>
          <a:xfrm>
            <a:off x="339213" y="636575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Fred Hutch Cancer Center</a:t>
            </a:r>
          </a:p>
        </p:txBody>
      </p:sp>
    </p:spTree>
    <p:extLst>
      <p:ext uri="{BB962C8B-B14F-4D97-AF65-F5344CB8AC3E}">
        <p14:creationId xmlns:p14="http://schemas.microsoft.com/office/powerpoint/2010/main" val="914648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3F0A4-4F7F-D94D-B05B-822DE4F23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551272"/>
            <a:ext cx="2807850" cy="662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74BF55-A255-A42C-2E57-16063F238DD8}"/>
              </a:ext>
            </a:extLst>
          </p:cNvPr>
          <p:cNvSpPr txBox="1"/>
          <p:nvPr userDrawn="1"/>
        </p:nvSpPr>
        <p:spPr>
          <a:xfrm>
            <a:off x="5029200" y="402336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A2CE26-6751-AAA8-8060-D809D6D3BD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917342"/>
            <a:ext cx="7194532" cy="3023315"/>
          </a:xfrm>
        </p:spPr>
        <p:txBody>
          <a:bodyPr anchor="ctr" anchorCtr="0">
            <a:normAutofit/>
          </a:bodyPr>
          <a:lstStyle>
            <a:lvl1pPr algn="l">
              <a:defRPr sz="9600" b="1" i="0" kern="1200" spc="-50" baseline="0"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CC94EB9-C7FE-8B8F-8857-2309D0782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120639"/>
            <a:ext cx="5820698" cy="111902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="1" i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61984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Navy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1BCB6D3-B142-FB2C-D327-2CEC712E20F6}"/>
              </a:ext>
            </a:extLst>
          </p:cNvPr>
          <p:cNvSpPr txBox="1"/>
          <p:nvPr userDrawn="1"/>
        </p:nvSpPr>
        <p:spPr>
          <a:xfrm>
            <a:off x="914400" y="6239665"/>
            <a:ext cx="61640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Fred Hutch Cancer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79382-3180-1F3E-8A06-97DEB4D7382A}"/>
              </a:ext>
            </a:extLst>
          </p:cNvPr>
          <p:cNvSpPr txBox="1"/>
          <p:nvPr userDrawn="1"/>
        </p:nvSpPr>
        <p:spPr>
          <a:xfrm>
            <a:off x="2286000" y="6172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0550D-F833-6010-42A3-BA48A020D4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680" y="592074"/>
            <a:ext cx="2681289" cy="58072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974A6A8-A717-B908-4147-F94F5F92EE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917342"/>
            <a:ext cx="7194532" cy="3023315"/>
          </a:xfrm>
        </p:spPr>
        <p:txBody>
          <a:bodyPr anchor="ctr" anchorCtr="0">
            <a:normAutofit/>
          </a:bodyPr>
          <a:lstStyle>
            <a:lvl1pPr algn="l">
              <a:defRPr sz="9600" b="1" i="0" kern="1200" spc="-50" baseline="0"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7BA2983-498E-CBA8-6A22-3EFA2BC4E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120639"/>
            <a:ext cx="5820698" cy="111902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="1" i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8207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E06E6-993B-6CEE-F959-D2384A8E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363200" cy="91306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579D4-E5DD-E8F8-F56C-4752D43F3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441992"/>
            <a:ext cx="10363200" cy="43492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89ABC-22BF-F834-91D9-D26808884EB7}"/>
              </a:ext>
            </a:extLst>
          </p:cNvPr>
          <p:cNvPicPr>
            <a:picLocks/>
          </p:cNvPicPr>
          <p:nvPr userDrawn="1"/>
        </p:nvPicPr>
        <p:blipFill>
          <a:blip r:embed="rId28"/>
          <a:srcRect t="8809" b="-8809"/>
          <a:stretch/>
        </p:blipFill>
        <p:spPr>
          <a:xfrm>
            <a:off x="0" y="-1"/>
            <a:ext cx="12192000" cy="146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28476C-D9F5-6FA1-7FC8-5FB72B3D4FB3}"/>
              </a:ext>
            </a:extLst>
          </p:cNvPr>
          <p:cNvSpPr txBox="1"/>
          <p:nvPr userDrawn="1"/>
        </p:nvSpPr>
        <p:spPr>
          <a:xfrm>
            <a:off x="2555631" y="5744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C3180C-CC88-CFBC-18F8-D5A6EE1DB697}"/>
              </a:ext>
            </a:extLst>
          </p:cNvPr>
          <p:cNvSpPr txBox="1"/>
          <p:nvPr userDrawn="1"/>
        </p:nvSpPr>
        <p:spPr>
          <a:xfrm>
            <a:off x="1765300" y="64516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151026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44" r:id="rId2"/>
    <p:sldLayoutId id="2147483947" r:id="rId3"/>
    <p:sldLayoutId id="2147483926" r:id="rId4"/>
    <p:sldLayoutId id="2147483925" r:id="rId5"/>
    <p:sldLayoutId id="2147483948" r:id="rId6"/>
    <p:sldLayoutId id="2147483915" r:id="rId7"/>
    <p:sldLayoutId id="2147483953" r:id="rId8"/>
    <p:sldLayoutId id="2147483946" r:id="rId9"/>
    <p:sldLayoutId id="2147483945" r:id="rId10"/>
    <p:sldLayoutId id="2147483914" r:id="rId11"/>
    <p:sldLayoutId id="2147483949" r:id="rId12"/>
    <p:sldLayoutId id="2147483917" r:id="rId13"/>
    <p:sldLayoutId id="2147483920" r:id="rId14"/>
    <p:sldLayoutId id="2147483950" r:id="rId15"/>
    <p:sldLayoutId id="2147483918" r:id="rId16"/>
    <p:sldLayoutId id="2147483935" r:id="rId17"/>
    <p:sldLayoutId id="2147483936" r:id="rId18"/>
    <p:sldLayoutId id="2147483951" r:id="rId19"/>
    <p:sldLayoutId id="2147483952" r:id="rId20"/>
    <p:sldLayoutId id="2147483937" r:id="rId21"/>
    <p:sldLayoutId id="2147483954" r:id="rId22"/>
    <p:sldLayoutId id="2147483919" r:id="rId23"/>
    <p:sldLayoutId id="2147483958" r:id="rId24"/>
    <p:sldLayoutId id="2147483957" r:id="rId25"/>
    <p:sldLayoutId id="2147483956" r:id="rId2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 spc="-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576">
          <p15:clr>
            <a:srgbClr val="F26B43"/>
          </p15:clr>
        </p15:guide>
        <p15:guide id="3" pos="3840">
          <p15:clr>
            <a:srgbClr val="F26B43"/>
          </p15:clr>
        </p15:guide>
        <p15:guide id="4" pos="7104">
          <p15:clr>
            <a:srgbClr val="F26B43"/>
          </p15:clr>
        </p15:guide>
        <p15:guide id="12" orient="horz" pos="600" userDrawn="1">
          <p15:clr>
            <a:srgbClr val="F26B43"/>
          </p15:clr>
        </p15:guide>
        <p15:guide id="13" orient="horz" pos="1032" userDrawn="1">
          <p15:clr>
            <a:srgbClr val="F26B43"/>
          </p15:clr>
        </p15:guide>
        <p15:guide id="14" orient="horz" pos="3648" userDrawn="1">
          <p15:clr>
            <a:srgbClr val="F26B43"/>
          </p15:clr>
        </p15:guide>
        <p15:guide id="15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E5CA-25B8-E5DA-54D9-D1A1E3DC7B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  <a:br>
              <a:rPr lang="en-US" dirty="0"/>
            </a:br>
            <a:r>
              <a:rPr lang="en-US" dirty="0"/>
              <a:t>4 Lines of Content</a:t>
            </a:r>
            <a:br>
              <a:rPr lang="en-US" dirty="0"/>
            </a:br>
            <a:r>
              <a:rPr lang="en-US" dirty="0"/>
              <a:t>Aptos (Heading)</a:t>
            </a:r>
            <a:br>
              <a:rPr lang="en-US" dirty="0"/>
            </a:br>
            <a:r>
              <a:rPr lang="en-US" dirty="0"/>
              <a:t>40 Point Font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C5BB1-ACC2-DDC0-1760-877C4BC0B9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Name Last Name</a:t>
            </a:r>
          </a:p>
          <a:p>
            <a:r>
              <a:rPr lang="en-US" dirty="0"/>
              <a:t>Title, Department</a:t>
            </a:r>
            <a:br>
              <a:rPr lang="en-US" dirty="0"/>
            </a:br>
            <a:r>
              <a:rPr lang="en-US" dirty="0"/>
              <a:t>Endowed Chair/Additional Description</a:t>
            </a:r>
            <a:br>
              <a:rPr lang="en-US" dirty="0"/>
            </a:br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198714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43D190C-C3E5-5907-D18C-4DB61451F2B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l="28414" r="28718" b="24401"/>
          <a:stretch/>
        </p:blipFill>
        <p:spPr>
          <a:xfrm>
            <a:off x="7080422" y="119501"/>
            <a:ext cx="5111578" cy="6747307"/>
          </a:xfr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D6D1CFB5-C094-4DDF-E5A2-8EDF3A409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38299"/>
            <a:ext cx="5820698" cy="3023315"/>
          </a:xfrm>
        </p:spPr>
        <p:txBody>
          <a:bodyPr/>
          <a:lstStyle/>
          <a:p>
            <a:r>
              <a:rPr lang="en-US" dirty="0"/>
              <a:t>Title Slide</a:t>
            </a:r>
            <a:br>
              <a:rPr lang="en-US" dirty="0"/>
            </a:br>
            <a:r>
              <a:rPr lang="en-US" dirty="0"/>
              <a:t>4 Lines of Content</a:t>
            </a:r>
            <a:br>
              <a:rPr lang="en-US" dirty="0"/>
            </a:br>
            <a:r>
              <a:rPr lang="en-US" dirty="0"/>
              <a:t>Aptos (Heading)</a:t>
            </a:r>
            <a:br>
              <a:rPr lang="en-US" dirty="0"/>
            </a:br>
            <a:r>
              <a:rPr lang="en-US" dirty="0"/>
              <a:t>40 Point Font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910D8BF-3264-3766-3728-28D307516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808531"/>
            <a:ext cx="5820698" cy="1366683"/>
          </a:xfrm>
        </p:spPr>
        <p:txBody>
          <a:bodyPr/>
          <a:lstStyle/>
          <a:p>
            <a:r>
              <a:rPr lang="en-US" dirty="0"/>
              <a:t>First Name Last Name</a:t>
            </a:r>
          </a:p>
          <a:p>
            <a:r>
              <a:rPr lang="en-US" dirty="0"/>
              <a:t>Title, Department</a:t>
            </a:r>
            <a:br>
              <a:rPr lang="en-US" dirty="0"/>
            </a:br>
            <a:r>
              <a:rPr lang="en-US" dirty="0"/>
              <a:t>Endowed Chair/Additional Description</a:t>
            </a:r>
            <a:br>
              <a:rPr lang="en-US" dirty="0"/>
            </a:br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1856835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6AB95E4-03D4-35BB-FC7C-F3C9801A5E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934" t="71" r="35524" b="-71"/>
          <a:stretch/>
        </p:blipFill>
        <p:spPr>
          <a:xfrm>
            <a:off x="5954713" y="119063"/>
            <a:ext cx="6243637" cy="6743700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514EB9-EFC1-E1BC-C4B3-C0A6CBFDF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638299"/>
            <a:ext cx="4247535" cy="3023315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Slide</a:t>
            </a:r>
            <a:br>
              <a:rPr lang="en-US" dirty="0"/>
            </a:br>
            <a:r>
              <a:rPr lang="en-US" dirty="0"/>
              <a:t>4 Lines of Content</a:t>
            </a:r>
            <a:br>
              <a:rPr lang="en-US" dirty="0"/>
            </a:br>
            <a:r>
              <a:rPr lang="en-US" dirty="0"/>
              <a:t>Aptos (Heading)</a:t>
            </a:r>
            <a:br>
              <a:rPr lang="en-US" dirty="0"/>
            </a:br>
            <a:r>
              <a:rPr lang="en-US" dirty="0"/>
              <a:t>40 Point Font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EB85F37-F45B-7C77-F175-82674E11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808531"/>
            <a:ext cx="4247535" cy="1366683"/>
          </a:xfrm>
        </p:spPr>
        <p:txBody>
          <a:bodyPr/>
          <a:lstStyle/>
          <a:p>
            <a:r>
              <a:rPr lang="en-US" dirty="0"/>
              <a:t>First Name Last Name</a:t>
            </a:r>
          </a:p>
          <a:p>
            <a:r>
              <a:rPr lang="en-US" dirty="0"/>
              <a:t>Title, Department</a:t>
            </a:r>
            <a:br>
              <a:rPr lang="en-US" dirty="0"/>
            </a:br>
            <a:r>
              <a:rPr lang="en-US" dirty="0"/>
              <a:t>Endowed Chair/Additional Description</a:t>
            </a:r>
            <a:br>
              <a:rPr lang="en-US" dirty="0"/>
            </a:br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23884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B39307-13ED-B2E3-F422-428E8B0AC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4581" y="733270"/>
            <a:ext cx="9018106" cy="709105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D2874-ABF5-543E-2152-9816AF567AB3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1504581" y="1825354"/>
            <a:ext cx="9018106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20A53-187B-AFDD-1904-D41612CEA90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1504581" y="2876669"/>
            <a:ext cx="9018106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6919C-420E-132A-814B-1CC766F6D4AA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1504581" y="3923512"/>
            <a:ext cx="9018106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32BE79-1463-7AB2-9156-8EE800840017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504581" y="5011954"/>
            <a:ext cx="9018106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3B30AC-CC9A-C275-88D3-7008211C2C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4401" y="524632"/>
            <a:ext cx="590180" cy="925512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78952E-F7F8-C8AE-3337-0ADAC8E6713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7254" y="1613074"/>
            <a:ext cx="577327" cy="925512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9788AD-4403-419B-9E05-92AAB0DD2E1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4400" y="3711232"/>
            <a:ext cx="590180" cy="925512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A060FC7-F575-ADDB-BEEA-BA0194F64A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400" y="4799674"/>
            <a:ext cx="590180" cy="925512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F1D869-6121-F32F-02EC-C5B9619A4A4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7254" y="2664389"/>
            <a:ext cx="577327" cy="925512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D48ACE5-7E69-91D4-1169-17594EB5A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</p:spPr>
        <p:txBody>
          <a:bodyPr/>
          <a:lstStyle/>
          <a:p>
            <a:fld id="{402AF41C-0C01-4292-8B40-325CC9F1007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46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61415-327E-E0F2-9899-346B41B06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828595"/>
            <a:ext cx="5181600" cy="709105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17EB9-EF1D-9D4A-93CC-408483D01E3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096000" y="1920679"/>
            <a:ext cx="5181600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E285D-8EC9-DA99-14C4-A302F2A83F89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096000" y="2971994"/>
            <a:ext cx="5181600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9D3831-E21E-DD8E-EDBB-E21806D80B59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096000" y="4018837"/>
            <a:ext cx="5181600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8F4831-25F6-34DA-F76F-91927BED5C0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96000" y="5107279"/>
            <a:ext cx="5181600" cy="71323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492321-0863-5D81-7CBC-2CEF834E244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05820" y="619957"/>
            <a:ext cx="590180" cy="925512"/>
          </a:xfrm>
        </p:spPr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A5E4CD-DEA9-7D3C-6AED-31CC1C73CD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518673" y="1708399"/>
            <a:ext cx="577327" cy="925512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AE44D2-293B-5BC0-A16E-5161EA693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505819" y="3806557"/>
            <a:ext cx="590180" cy="925512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7C529-9938-5404-28A0-8176FA0C29C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05819" y="4894999"/>
            <a:ext cx="590180" cy="925512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F48506-227E-E15E-0B0B-E770D52684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18673" y="2759714"/>
            <a:ext cx="577327" cy="925512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94358-C097-2244-E312-49D8EF4DA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</p:spPr>
        <p:txBody>
          <a:bodyPr/>
          <a:lstStyle/>
          <a:p>
            <a:fld id="{402AF41C-0C01-4292-8B40-325CC9F1007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8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E74BA-A57A-8EE0-B48B-1BC1C071B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Short Label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584DA-2DCC-0852-FFE0-BA19C730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257693"/>
            <a:ext cx="7777655" cy="2790776"/>
          </a:xfrm>
        </p:spPr>
        <p:txBody>
          <a:bodyPr/>
          <a:lstStyle/>
          <a:p>
            <a:r>
              <a:rPr lang="en-US" dirty="0"/>
              <a:t>Section Title Here or Key Statement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7F877-F1EA-C975-3F0A-71B1C4AD81C2}"/>
              </a:ext>
            </a:extLst>
          </p:cNvPr>
          <p:cNvSpPr txBox="1"/>
          <p:nvPr/>
        </p:nvSpPr>
        <p:spPr>
          <a:xfrm>
            <a:off x="14776704" y="42976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585C21C-E8DB-B2D2-A15C-E539567BB529}"/>
              </a:ext>
            </a:extLst>
          </p:cNvPr>
          <p:cNvSpPr txBox="1">
            <a:spLocks/>
          </p:cNvSpPr>
          <p:nvPr/>
        </p:nvSpPr>
        <p:spPr>
          <a:xfrm>
            <a:off x="11605486" y="6355079"/>
            <a:ext cx="457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4437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8873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23310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97748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72184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46621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21057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95494" algn="l" defTabSz="748873" rtl="0" eaLnBrk="1" latinLnBrk="0" hangingPunct="1">
              <a:defRPr sz="1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2AF41C-0C01-4292-8B40-325CC9F1007B}" type="slidenum">
              <a:rPr lang="en-US" sz="1050" smtClean="0"/>
              <a:pPr/>
              <a:t>6</a:t>
            </a:fld>
            <a:endParaRPr lang="en-US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6960B-0616-2BBB-E4E5-0CC915607FC5}"/>
              </a:ext>
            </a:extLst>
          </p:cNvPr>
          <p:cNvSpPr txBox="1"/>
          <p:nvPr/>
        </p:nvSpPr>
        <p:spPr>
          <a:xfrm>
            <a:off x="11829143" y="65314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417655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715C-CC24-5F85-0E9C-E901F5FA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57693"/>
            <a:ext cx="6931742" cy="2790776"/>
          </a:xfrm>
        </p:spPr>
        <p:txBody>
          <a:bodyPr/>
          <a:lstStyle/>
          <a:p>
            <a:r>
              <a:rPr lang="en-US" dirty="0"/>
              <a:t>Section Title Here or Key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FB522-258D-3D05-5070-06DDD6D57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61366"/>
            <a:ext cx="6931742" cy="896327"/>
          </a:xfrm>
        </p:spPr>
        <p:txBody>
          <a:bodyPr/>
          <a:lstStyle/>
          <a:p>
            <a:r>
              <a:rPr lang="en-US" dirty="0"/>
              <a:t>Short Label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4544D-0FA3-A55B-7832-5D6B954B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</p:spPr>
        <p:txBody>
          <a:bodyPr/>
          <a:lstStyle/>
          <a:p>
            <a:fld id="{402AF41C-0C01-4292-8B40-325CC9F1007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795A3-A40A-1317-AB06-0E2D5C684098}"/>
              </a:ext>
            </a:extLst>
          </p:cNvPr>
          <p:cNvSpPr txBox="1"/>
          <p:nvPr/>
        </p:nvSpPr>
        <p:spPr>
          <a:xfrm>
            <a:off x="5325762" y="5844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1FBD3-633A-494D-4706-3AF8F76E2EF9}"/>
              </a:ext>
            </a:extLst>
          </p:cNvPr>
          <p:cNvSpPr txBox="1"/>
          <p:nvPr/>
        </p:nvSpPr>
        <p:spPr>
          <a:xfrm>
            <a:off x="1727200" y="18868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310522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699BE2-9AE7-9E50-71DB-7D87AEAC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Label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D72AA7-BDA3-9E1B-3192-C6856448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 Here or Key Statement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402A7C9-C627-B377-1FAC-8E1808542F2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8895" b="88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380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EBB5-480A-DCCD-5C6F-7EB9F67DA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57693"/>
            <a:ext cx="4630994" cy="2790776"/>
          </a:xfrm>
        </p:spPr>
        <p:txBody>
          <a:bodyPr/>
          <a:lstStyle/>
          <a:p>
            <a:r>
              <a:rPr lang="en-US" dirty="0"/>
              <a:t>Section 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0C67C-8A48-F707-9CC4-94C72D49E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1361366"/>
            <a:ext cx="4630994" cy="896327"/>
          </a:xfrm>
        </p:spPr>
        <p:txBody>
          <a:bodyPr/>
          <a:lstStyle/>
          <a:p>
            <a:r>
              <a:rPr lang="en-US" dirty="0"/>
              <a:t>Short Label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82FB9-917F-5A16-5C13-F9A231F0E44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873869" y="1241053"/>
            <a:ext cx="4630994" cy="4512417"/>
          </a:xfrm>
        </p:spPr>
        <p:txBody>
          <a:bodyPr/>
          <a:lstStyle/>
          <a:p>
            <a:r>
              <a:rPr lang="en-US" dirty="0"/>
              <a:t>Insert key definition or statement left aligned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9748A-04C6-A83A-37DB-654DF0BA8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</p:spPr>
        <p:txBody>
          <a:bodyPr/>
          <a:lstStyle/>
          <a:p>
            <a:fld id="{402AF41C-0C01-4292-8B40-325CC9F1007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38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17E3-A3F6-255C-B01D-6EBE8E175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20" y="2204170"/>
            <a:ext cx="10058400" cy="2113915"/>
          </a:xfrm>
        </p:spPr>
        <p:txBody>
          <a:bodyPr>
            <a:normAutofit/>
          </a:bodyPr>
          <a:lstStyle/>
          <a:p>
            <a:r>
              <a:rPr lang="en-US" dirty="0"/>
              <a:t>“Insert quote here or key statement. It can be left aligned or centered on the page”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FF78F-017E-3D2E-FDB8-7DAF681F1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4318086"/>
            <a:ext cx="10078720" cy="410508"/>
          </a:xfrm>
        </p:spPr>
        <p:txBody>
          <a:bodyPr/>
          <a:lstStyle/>
          <a:p>
            <a:r>
              <a:rPr lang="en-US" dirty="0"/>
              <a:t>Credit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6C53D-7CAD-9A28-1CEF-300D5237E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</p:spPr>
        <p:txBody>
          <a:bodyPr/>
          <a:lstStyle/>
          <a:p>
            <a:fld id="{402AF41C-0C01-4292-8B40-325CC9F1007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6FE36-FA6E-312E-09B9-FE68D20ABB6F}"/>
              </a:ext>
            </a:extLst>
          </p:cNvPr>
          <p:cNvSpPr txBox="1"/>
          <p:nvPr/>
        </p:nvSpPr>
        <p:spPr>
          <a:xfrm>
            <a:off x="1778000" y="64414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endParaRPr lang="en-US" sz="1600" dirty="0" err="1"/>
          </a:p>
        </p:txBody>
      </p:sp>
    </p:spTree>
    <p:extLst>
      <p:ext uri="{BB962C8B-B14F-4D97-AF65-F5344CB8AC3E}">
        <p14:creationId xmlns:p14="http://schemas.microsoft.com/office/powerpoint/2010/main" val="2060656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908D2F-5F76-E03E-4515-AF8037B2D1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018B375-6710-4283-590E-39833ACF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8649"/>
            <a:ext cx="5190165" cy="914400"/>
          </a:xfrm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ED941B0-D73B-DF7D-13D5-F881E981AB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450156"/>
            <a:ext cx="5190164" cy="749808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400" cap="none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enter Level 2 header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C4B725-824B-9B2D-B343-2E87CBFEB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5587" y="6310150"/>
            <a:ext cx="457200" cy="365125"/>
          </a:xfrm>
        </p:spPr>
        <p:txBody>
          <a:bodyPr/>
          <a:lstStyle/>
          <a:p>
            <a:fld id="{402AF41C-0C01-4292-8B40-325CC9F1007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757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7618-7644-9ACD-AD46-C6D8FFE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5AB22-0F15-0087-7CFB-AA4E40C20D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Click to add level 2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5E011-CFD5-4FC1-A07A-A9609B227F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First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35C8BB3-084A-53FE-7A25-D8E5B4ACD8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4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B1A687-F69B-BEC8-1B3E-CE240E07AC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30EF8F-60EE-B784-D7F9-4731F608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717" y="518649"/>
            <a:ext cx="5190165" cy="914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873A4-2137-F7CF-D7BD-D0CCDC6708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1717" y="1450156"/>
            <a:ext cx="5190164" cy="749808"/>
          </a:xfrm>
        </p:spPr>
        <p:txBody>
          <a:bodyPr/>
          <a:lstStyle/>
          <a:p>
            <a:r>
              <a:rPr lang="en-US" dirty="0"/>
              <a:t>Click to add level 2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E60C7B-78AB-EDDC-7AB5-E52BBE3CFF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1717" y="2199964"/>
            <a:ext cx="5190165" cy="3744125"/>
          </a:xfrm>
        </p:spPr>
        <p:txBody>
          <a:bodyPr/>
          <a:lstStyle/>
          <a:p>
            <a:r>
              <a:rPr lang="en-US" dirty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3473798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FA3E-05D5-23F4-3ADF-DC7F21AB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DB7A8-5ADB-9730-79B7-589ECF60D8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Click to add level 2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F373A-1A44-C225-1530-17402A0DB9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First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FAD59-C40E-6C04-5C87-2E9190BE7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/>
              <a:t>Highlight One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DEBFDA-8D84-2978-F8AD-CDFA0C7934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400" dirty="0"/>
              <a:t>Highlight Two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72A740-A09F-2F9C-493D-B85FD41EDC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400" dirty="0"/>
              <a:t>Highlight Three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0F1BFB-9B2C-BC75-D254-883A8D47D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905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D0645-F33F-FEB6-855D-6C59959A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CB4075-7461-F6EC-F68A-1EC0CD11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34781-50FE-B1AF-9DF0-32642566CC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Short Label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6CA36-E23D-CF92-E3FC-86C430155F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30644" y="664357"/>
            <a:ext cx="5749675" cy="1769127"/>
          </a:xfrm>
        </p:spPr>
        <p:txBody>
          <a:bodyPr>
            <a:normAutofit/>
          </a:bodyPr>
          <a:lstStyle/>
          <a:p>
            <a:r>
              <a:rPr lang="en-US" dirty="0"/>
              <a:t>Item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Two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Three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C36BB6-0CA5-6B10-BB0A-13E8F7007A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30644" y="2596396"/>
            <a:ext cx="5749675" cy="1769127"/>
          </a:xfrm>
        </p:spPr>
        <p:txBody>
          <a:bodyPr>
            <a:normAutofit/>
          </a:bodyPr>
          <a:lstStyle/>
          <a:p>
            <a:r>
              <a:rPr lang="en-US" dirty="0"/>
              <a:t>Item Two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Two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Three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13FB16-703D-AC42-809E-527CA4B0EC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30644" y="4528435"/>
            <a:ext cx="5749675" cy="1741539"/>
          </a:xfrm>
        </p:spPr>
        <p:txBody>
          <a:bodyPr>
            <a:normAutofit/>
          </a:bodyPr>
          <a:lstStyle/>
          <a:p>
            <a:r>
              <a:rPr lang="en-US" dirty="0"/>
              <a:t>Item Three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Two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Bullet Three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736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3C06-76DB-22F2-159B-E27C63D1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52B9B-A93E-8A75-386A-118561094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enter level 2 header</a:t>
            </a:r>
          </a:p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0167BB-33F6-EF9B-86DA-00096B74D3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EE6BC-012C-ED1F-AE28-A9DF37E8D5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Click to edit title one or two lines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6DB5F2-8F20-0364-DB21-D637358445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Team Member Name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436372E-7DF1-F198-8D4E-78AAFCA3589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4970B0-3812-8290-77AF-D05DC841B0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Click to edit title one or two lines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117F2F-3C93-AC30-E714-CF5624D294C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Team Member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267B1-D4A4-3E62-2AD6-5FB0CD2DFD9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E3BBBBE-42D6-D119-9DBE-531A2ADDEB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Click to edit title one or two lines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4F3BCAF-D825-8A90-DBF8-B9CAAFCC7BD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Team Member Name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46B8B66-A1BE-359F-9B56-4283E3CE1BE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62DB86-2BA8-6EC5-FA10-1BB7BB5BA7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Click to edit title one or two lines</a:t>
            </a:r>
          </a:p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EB7D072-9C49-F339-8281-874D30BEC54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Team Member Name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FBC140D-6AD4-A797-C975-714D95AB9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02AF41C-0C01-4292-8B40-325CC9F1007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6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379F-65B0-B0F4-568D-DAE27697E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0D36CEB-EBC6-F7D7-6890-390ABADBBE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600" b="1" i="0">
                <a:latin typeface="Aptos SemiBold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First Name Last Name</a:t>
            </a:r>
          </a:p>
          <a:p>
            <a:r>
              <a:rPr lang="en-US" dirty="0"/>
              <a:t>Title, Department</a:t>
            </a:r>
          </a:p>
        </p:txBody>
      </p:sp>
    </p:spTree>
    <p:extLst>
      <p:ext uri="{BB962C8B-B14F-4D97-AF65-F5344CB8AC3E}">
        <p14:creationId xmlns:p14="http://schemas.microsoft.com/office/powerpoint/2010/main" val="1648349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4A31-E4D7-89CA-AC4E-4861C514F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EA259-A29D-9EE8-82D9-C9E30D284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Name Last Name</a:t>
            </a:r>
          </a:p>
          <a:p>
            <a:r>
              <a:rPr lang="en-US" dirty="0"/>
              <a:t>Title, Department</a:t>
            </a:r>
          </a:p>
        </p:txBody>
      </p:sp>
    </p:spTree>
    <p:extLst>
      <p:ext uri="{BB962C8B-B14F-4D97-AF65-F5344CB8AC3E}">
        <p14:creationId xmlns:p14="http://schemas.microsoft.com/office/powerpoint/2010/main" val="2351748398"/>
      </p:ext>
    </p:extLst>
  </p:cSld>
  <p:clrMapOvr>
    <a:masterClrMapping/>
  </p:clrMapOvr>
</p:sld>
</file>

<file path=ppt/theme/theme1.xml><?xml version="1.0" encoding="utf-8"?>
<a:theme xmlns:a="http://schemas.openxmlformats.org/drawingml/2006/main" name="FredHutch_2023">
  <a:themeElements>
    <a:clrScheme name="FredHutch_2023">
      <a:dk1>
        <a:srgbClr val="1B365D"/>
      </a:dk1>
      <a:lt1>
        <a:srgbClr val="FFFFFF"/>
      </a:lt1>
      <a:dk2>
        <a:srgbClr val="1B365D"/>
      </a:dk2>
      <a:lt2>
        <a:srgbClr val="FFFFFF"/>
      </a:lt2>
      <a:accent1>
        <a:srgbClr val="1B365D"/>
      </a:accent1>
      <a:accent2>
        <a:srgbClr val="FFB500"/>
      </a:accent2>
      <a:accent3>
        <a:srgbClr val="00C1D5"/>
      </a:accent3>
      <a:accent4>
        <a:srgbClr val="AA4AC4"/>
      </a:accent4>
      <a:accent5>
        <a:srgbClr val="0A799A"/>
      </a:accent5>
      <a:accent6>
        <a:srgbClr val="F4F4F4"/>
      </a:accent6>
      <a:hlink>
        <a:srgbClr val="0A799A"/>
      </a:hlink>
      <a:folHlink>
        <a:srgbClr val="AA4A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10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10ACEE97-8BDA-3244-81CB-E2ACF65566C3}" vid="{AC25407C-F983-E642-8EFB-A76736B153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19D1303451674E8993739AA459C7D6" ma:contentTypeVersion="19" ma:contentTypeDescription="Create a new document." ma:contentTypeScope="" ma:versionID="54d66aeac77a5a646a2305cbf5a4e35f">
  <xsd:schema xmlns:xsd="http://www.w3.org/2001/XMLSchema" xmlns:xs="http://www.w3.org/2001/XMLSchema" xmlns:p="http://schemas.microsoft.com/office/2006/metadata/properties" xmlns:ns2="79feb048-923c-4d4c-bca6-2157539ab2ef" xmlns:ns3="1b19ad85-721c-4012-9843-971e0271dd62" targetNamespace="http://schemas.microsoft.com/office/2006/metadata/properties" ma:root="true" ma:fieldsID="e5869c8141125e9e7f25163f61ae671d" ns2:_="" ns3:_="">
    <xsd:import namespace="79feb048-923c-4d4c-bca6-2157539ab2ef"/>
    <xsd:import namespace="1b19ad85-721c-4012-9843-971e0271dd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Note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feb048-923c-4d4c-bca6-2157539ab2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24e6e45-2433-4efa-90ac-389e9d1bba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19ad85-721c-4012-9843-971e0271dd6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de39e23-17b2-4730-b67a-d997dbea3673}" ma:internalName="TaxCatchAll" ma:showField="CatchAllData" ma:web="1b19ad85-721c-4012-9843-971e0271dd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feb048-923c-4d4c-bca6-2157539ab2ef">
      <Terms xmlns="http://schemas.microsoft.com/office/infopath/2007/PartnerControls"/>
    </lcf76f155ced4ddcb4097134ff3c332f>
    <TaxCatchAll xmlns="1b19ad85-721c-4012-9843-971e0271dd62" xsi:nil="true"/>
    <Notes xmlns="79feb048-923c-4d4c-bca6-2157539ab2ef" xsi:nil="true"/>
  </documentManagement>
</p:properties>
</file>

<file path=customXml/itemProps1.xml><?xml version="1.0" encoding="utf-8"?>
<ds:datastoreItem xmlns:ds="http://schemas.openxmlformats.org/officeDocument/2006/customXml" ds:itemID="{4CBA9670-6DC3-4E52-B7EE-72E8C57FFD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CDBE33-F7FE-4C76-8D25-1B5961E8176E}">
  <ds:schemaRefs>
    <ds:schemaRef ds:uri="1b19ad85-721c-4012-9843-971e0271dd62"/>
    <ds:schemaRef ds:uri="79feb048-923c-4d4c-bca6-2157539ab2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C7D6780-730E-40B9-A9D2-19C448C9983F}">
  <ds:schemaRefs>
    <ds:schemaRef ds:uri="1b19ad85-721c-4012-9843-971e0271dd62"/>
    <ds:schemaRef ds:uri="79feb048-923c-4d4c-bca6-2157539ab2e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358</Words>
  <Application>Microsoft Macintosh PowerPoint</Application>
  <PresentationFormat>Widescreen</PresentationFormat>
  <Paragraphs>97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Aptos</vt:lpstr>
      <vt:lpstr>Calibri</vt:lpstr>
      <vt:lpstr>Aptos SemiBold</vt:lpstr>
      <vt:lpstr>Times New Roman</vt:lpstr>
      <vt:lpstr>FredHutch_2023</vt:lpstr>
      <vt:lpstr>Title Slide 4 Lines of Content Aptos (Heading) 40 Point Font</vt:lpstr>
      <vt:lpstr>Title Slide 4 Lines of Content Aptos (Heading) 40 Point Font</vt:lpstr>
      <vt:lpstr>Title Slide 4 Lines of Content Aptos (Heading) 40 Point Font</vt:lpstr>
      <vt:lpstr>PowerPoint Presentation</vt:lpstr>
      <vt:lpstr>PowerPoint Presentation</vt:lpstr>
      <vt:lpstr>Section Title Here or Key Statement</vt:lpstr>
      <vt:lpstr>Section Title Here or Key Statement</vt:lpstr>
      <vt:lpstr>Section Title Here or Key Statement</vt:lpstr>
      <vt:lpstr>Section Title Here</vt:lpstr>
      <vt:lpstr>“Insert quote here or key statement. It can be left aligned or centered on the page”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Thank You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Westphal, Kimberly A</dc:creator>
  <cp:lastModifiedBy>White, Sarah Jo</cp:lastModifiedBy>
  <cp:revision>3</cp:revision>
  <dcterms:created xsi:type="dcterms:W3CDTF">2025-05-02T19:55:37Z</dcterms:created>
  <dcterms:modified xsi:type="dcterms:W3CDTF">2025-12-18T23:33:35Z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0x0101007319D1303451674E8993739AA459C7D6</vt:lpwstr>
  </property>
  <property fmtid="{D5CDD505-2E9C-101B-9397-08002B2CF9AE}" pid="3" name="MediaServiceImageTags">
    <vt:lpwstr/>
  </property>
</Properties>
</file>