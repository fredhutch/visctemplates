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12" r:id="rId4"/>
  </p:sldMasterIdLst>
  <p:notesMasterIdLst>
    <p:notesMasterId r:id="rId14"/>
  </p:notesMasterIdLst>
  <p:sldIdLst>
    <p:sldId id="259" r:id="rId5"/>
    <p:sldId id="260" r:id="rId6"/>
    <p:sldId id="261" r:id="rId7"/>
    <p:sldId id="266" r:id="rId8"/>
    <p:sldId id="265" r:id="rId9"/>
    <p:sldId id="262" r:id="rId10"/>
    <p:sldId id="282" r:id="rId11"/>
    <p:sldId id="272" r:id="rId12"/>
    <p:sldId id="273" r:id="rId13"/>
  </p:sldIdLst>
  <p:sldSz cx="12192000" cy="6858000"/>
  <p:notesSz cx="6858000" cy="9144000"/>
  <p:defaultTextStyle>
    <a:defPPr>
      <a:defRPr lang="en-US"/>
    </a:defPPr>
    <a:lvl1pPr marL="0" algn="l" defTabSz="748873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1pPr>
    <a:lvl2pPr marL="374437" algn="l" defTabSz="748873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2pPr>
    <a:lvl3pPr marL="748873" algn="l" defTabSz="748873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3pPr>
    <a:lvl4pPr marL="1123310" algn="l" defTabSz="748873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4pPr>
    <a:lvl5pPr marL="1497748" algn="l" defTabSz="748873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5pPr>
    <a:lvl6pPr marL="1872184" algn="l" defTabSz="748873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6pPr>
    <a:lvl7pPr marL="2246621" algn="l" defTabSz="748873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7pPr>
    <a:lvl8pPr marL="2621057" algn="l" defTabSz="748873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8pPr>
    <a:lvl9pPr marL="2995494" algn="l" defTabSz="748873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red Hutch sample slides" id="{4B516A40-E9E6-D548-8B94-A98F8AF94FC8}">
          <p14:sldIdLst>
            <p14:sldId id="259"/>
            <p14:sldId id="260"/>
            <p14:sldId id="261"/>
            <p14:sldId id="266"/>
            <p14:sldId id="265"/>
            <p14:sldId id="262"/>
            <p14:sldId id="282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40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365D"/>
    <a:srgbClr val="FFB500"/>
    <a:srgbClr val="F4F4F4"/>
    <a:srgbClr val="F4F400"/>
    <a:srgbClr val="00C1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82" autoAdjust="0"/>
    <p:restoredTop sz="94726" autoAdjust="0"/>
  </p:normalViewPr>
  <p:slideViewPr>
    <p:cSldViewPr snapToGrid="0" showGuides="1">
      <p:cViewPr varScale="1">
        <p:scale>
          <a:sx n="120" d="100"/>
          <a:sy n="120" d="100"/>
        </p:scale>
        <p:origin x="368" y="184"/>
      </p:cViewPr>
      <p:guideLst>
        <p:guide orient="horz" pos="2040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D883A3-74EC-4777-B71F-E0F6DC2554D9}" type="datetimeFigureOut">
              <a:rPr lang="en-US" smtClean="0"/>
              <a:t>5/2/25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3C3AFC-9D0B-4CEA-8B56-7F1914BE3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875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6F3617C-4FBA-8EFB-E66E-CAC0EE1F4192}"/>
              </a:ext>
            </a:extLst>
          </p:cNvPr>
          <p:cNvSpPr/>
          <p:nvPr/>
        </p:nvSpPr>
        <p:spPr>
          <a:xfrm>
            <a:off x="0" y="5657914"/>
            <a:ext cx="12192000" cy="1205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483730-6DC4-802D-C2AD-841D5BCD6D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9432" y="1638299"/>
            <a:ext cx="7280559" cy="3023315"/>
          </a:xfrm>
        </p:spPr>
        <p:txBody>
          <a:bodyPr anchor="ctr" anchorCtr="0"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Master </a:t>
            </a:r>
            <a:br>
              <a:rPr lang="en-US" dirty="0"/>
            </a:br>
            <a:r>
              <a:rPr lang="en-US" dirty="0"/>
              <a:t>title </a:t>
            </a:r>
            <a:br>
              <a:rPr lang="en-US" dirty="0"/>
            </a:br>
            <a:r>
              <a:rPr lang="en-US" dirty="0"/>
              <a:t>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A00352-C5ED-FA86-6C1F-A653D33EA4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32" y="4798140"/>
            <a:ext cx="5820698" cy="1366683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0F7064-577F-5489-013B-B80533D11C4C}"/>
              </a:ext>
            </a:extLst>
          </p:cNvPr>
          <p:cNvSpPr/>
          <p:nvPr userDrawn="1"/>
        </p:nvSpPr>
        <p:spPr>
          <a:xfrm>
            <a:off x="0" y="5657914"/>
            <a:ext cx="12192000" cy="12053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67265B-A024-C781-E0D1-EF863180E1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18504" y="0"/>
            <a:ext cx="5871923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46CEE4-08F0-0C07-C1D6-6BEE474914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608" y="684409"/>
            <a:ext cx="2496312" cy="588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5003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5C2CF-C027-4F26-BEDE-B117362C9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B34E8-7317-C2E0-0849-28BFCC86A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1B365D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616FF-F178-089A-3B3A-79C777197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355080"/>
            <a:ext cx="10363200" cy="365125"/>
          </a:xfrm>
        </p:spPr>
        <p:txBody>
          <a:bodyPr anchor="ctr" anchorCtr="0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AA3E1-D8EE-8930-8C31-50A270869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969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353718-B504-7F87-E066-0EBF37695DAA}"/>
              </a:ext>
            </a:extLst>
          </p:cNvPr>
          <p:cNvSpPr/>
          <p:nvPr userDrawn="1"/>
        </p:nvSpPr>
        <p:spPr>
          <a:xfrm>
            <a:off x="3233854" y="6016752"/>
            <a:ext cx="8207509" cy="38080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3EAC77-E29C-9F0D-95C2-15B86A3057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36239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79FFB5-ECB2-E90E-2D1D-C621D67175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579308"/>
            <a:ext cx="6931742" cy="3238939"/>
          </a:xfrm>
        </p:spPr>
        <p:txBody>
          <a:bodyPr anchor="ctr" anchorCtr="0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</a:t>
            </a:r>
            <a:br>
              <a:rPr lang="en-US" dirty="0"/>
            </a:br>
            <a:r>
              <a:rPr lang="en-US" dirty="0"/>
              <a:t>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EE918-0B1E-6452-87A9-DF4A3D2B1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4954772"/>
            <a:ext cx="10363200" cy="1134878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832DE-4433-4E49-4062-C73289AB1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BF192-B89B-17DC-5507-42E72D4FB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D4B925-4371-93EB-3411-84AE9B114A8C}"/>
              </a:ext>
            </a:extLst>
          </p:cNvPr>
          <p:cNvSpPr txBox="1"/>
          <p:nvPr userDrawn="1"/>
        </p:nvSpPr>
        <p:spPr>
          <a:xfrm>
            <a:off x="914400" y="6019503"/>
            <a:ext cx="2989007" cy="3657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1050" b="1" dirty="0">
                <a:solidFill>
                  <a:schemeClr val="bg1"/>
                </a:solidFill>
              </a:rPr>
              <a:t>Fred Hutch Cancer Center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41CC2D-ADFA-3BBE-FF74-6466B3EFD9B9}"/>
              </a:ext>
            </a:extLst>
          </p:cNvPr>
          <p:cNvCxnSpPr>
            <a:cxnSpLocks/>
          </p:cNvCxnSpPr>
          <p:nvPr userDrawn="1"/>
        </p:nvCxnSpPr>
        <p:spPr>
          <a:xfrm flipH="1">
            <a:off x="3057832" y="6222047"/>
            <a:ext cx="8219768" cy="0"/>
          </a:xfrm>
          <a:prstGeom prst="line">
            <a:avLst/>
          </a:prstGeom>
          <a:ln w="95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6471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19812-6B69-5FBB-40B0-CB1BD52BC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4DC98-86E7-CF87-6709-1CDD57BB32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1457580"/>
            <a:ext cx="5105400" cy="43525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3C2757-9BFC-85ED-1612-958629E55B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44752"/>
            <a:ext cx="51054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503280-953A-6A6B-89B7-C754FA111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3742A-90FE-37C8-2605-403C5CF2D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324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46503-DD78-2342-1E29-9AFE8C06A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5125"/>
            <a:ext cx="1036320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AF341-ED71-646A-640E-8FE822B368F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14400" y="1189703"/>
            <a:ext cx="5083175" cy="74725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900" b="0">
                <a:solidFill>
                  <a:schemeClr val="accent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enter Level 2 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9DFFEB-F573-0BB1-187E-BF04F49FD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103643"/>
            <a:ext cx="5083175" cy="36875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5DFCBD-3FEF-C58A-423A-C25C7878E9C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188720"/>
            <a:ext cx="5083175" cy="749808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900" b="0">
                <a:solidFill>
                  <a:schemeClr val="accent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enter Level 2 header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62748D-706E-CE54-B6E2-799FC7894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03121"/>
            <a:ext cx="5105400" cy="3688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900B23-F0D6-0912-2BA2-FF2421014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0DF546-748A-D965-DD85-EB6F83BB7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760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E8D27-6BDD-5417-8EC4-00291A711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2BD33E-C6AD-7813-A913-149F3D87A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843C93-A7DD-9E70-87A8-2F87BE9F0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33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A95CB0-06CA-B017-ADCD-3F5EDEAB1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6C2A4-51AC-1525-9934-8E61605A1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90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88641-8B4F-D444-19EC-BF7D8624D5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457200"/>
            <a:ext cx="3857625" cy="1600200"/>
          </a:xfrm>
        </p:spPr>
        <p:txBody>
          <a:bodyPr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 – two or three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AC393-7E96-B9A7-1EB2-4A0C2FE4B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57085"/>
            <a:ext cx="6094412" cy="503411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2350D6-D385-7F8E-946D-A25E5C0E1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4400" y="2057400"/>
            <a:ext cx="3857625" cy="3733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7407C-4B46-3405-2813-E1D3FDFD3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32D6D-A165-0BDB-E69C-BAA8A085E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052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BFC8DD0-3F73-BB93-FA36-3D508DAD691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83188" y="457201"/>
            <a:ext cx="6094412" cy="5334000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543050" indent="-171450">
              <a:buFont typeface="Arial" panose="020B0604020202020204" pitchFamily="34" charset="0"/>
              <a:buChar char="•"/>
              <a:defRPr/>
            </a:lvl4pPr>
            <a:lvl5pPr marL="2000250" indent="-1714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Insert table, image or chart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A3505-7FD8-3C21-E430-A532D7CBA5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457200"/>
            <a:ext cx="3857625" cy="1600200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en-US" dirty="0"/>
              <a:t>Click to edit Master title style – two or three lines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0D798-29A6-98AD-C9F7-45A59E2732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4400" y="2057400"/>
            <a:ext cx="3857625" cy="3733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E136E-CF06-F17E-F496-D7786FB2F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3679E9-738E-749D-CE9C-27D8D1BC7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774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08469-31A0-1192-89C0-F4C965535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286829-4E45-27A9-BF8A-3FA07E8E8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42514-42C3-264E-57FD-09B97F23C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FEF69-C193-EA93-1CF4-EE6B379BA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41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C8EAAE-10A4-8399-1E6B-3504E32E9A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5527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29A126-0427-2C05-B62C-023DCEE5C6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14400" y="365125"/>
            <a:ext cx="76581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94D15-141A-C935-40FA-43D339B75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94BA6-3F44-02A6-F0CE-53FAF6657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34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DEC31A-CF14-110E-A388-447BAB4516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1D5F3-14D8-EB4A-BCF0-7DEF40FD19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E9FF6C1-1F10-6B81-CAF0-B28BC6E7442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733270"/>
            <a:ext cx="5181600" cy="70910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lang="en-US" sz="2400" b="0" i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Enter Section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31E7022-7CAE-F7C0-D3C5-5B581F40C152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096000" y="1825354"/>
            <a:ext cx="5181600" cy="7132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lang="en-US" sz="2400" b="0" i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Enter Section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A9F64A8-114B-5D81-514A-3E243058482C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096000" y="2876669"/>
            <a:ext cx="5181600" cy="7132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lang="en-US" sz="2400" b="0" i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Enter Section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B82BF47-8D5B-87BE-5127-15DCE9D40596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096000" y="3923512"/>
            <a:ext cx="5181600" cy="7132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lang="en-US" sz="2400" b="0" i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Enter Section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DD2B938-8AFF-0643-A887-9B1904CA619B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6096000" y="5011954"/>
            <a:ext cx="5181600" cy="7132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lang="en-US" sz="2400" b="0" i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Enter Section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C15639E-8CC4-FEB7-1691-4EBF3865C265}"/>
              </a:ext>
            </a:extLst>
          </p:cNvPr>
          <p:cNvGrpSpPr/>
          <p:nvPr userDrawn="1"/>
        </p:nvGrpSpPr>
        <p:grpSpPr>
          <a:xfrm>
            <a:off x="621792" y="1065362"/>
            <a:ext cx="3829722" cy="3767059"/>
            <a:chOff x="621792" y="1474157"/>
            <a:chExt cx="3829722" cy="3767059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E82A96D-087E-F58E-196E-5312EB64A1C5}"/>
                </a:ext>
              </a:extLst>
            </p:cNvPr>
            <p:cNvSpPr/>
            <p:nvPr userDrawn="1"/>
          </p:nvSpPr>
          <p:spPr>
            <a:xfrm>
              <a:off x="621792" y="1474157"/>
              <a:ext cx="3829722" cy="3767059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D06907D-77AF-BD36-8B08-EC1B63CB1CA8}"/>
                </a:ext>
              </a:extLst>
            </p:cNvPr>
            <p:cNvSpPr/>
            <p:nvPr userDrawn="1"/>
          </p:nvSpPr>
          <p:spPr>
            <a:xfrm>
              <a:off x="1291675" y="2244576"/>
              <a:ext cx="2984804" cy="2079439"/>
            </a:xfrm>
            <a:prstGeom prst="rect">
              <a:avLst/>
            </a:prstGeom>
          </p:spPr>
          <p:txBody>
            <a:bodyPr wrap="square" lIns="0" tIns="0" rIns="0" bIns="0" anchor="ctr" anchorCtr="0">
              <a:noAutofit/>
            </a:bodyPr>
            <a:lstStyle/>
            <a:p>
              <a:pPr>
                <a:lnSpc>
                  <a:spcPct val="90000"/>
                </a:lnSpc>
                <a:buNone/>
              </a:pPr>
              <a:r>
                <a:rPr lang="en-US" altLang="en-US" sz="5400" b="0" i="0" dirty="0">
                  <a:solidFill>
                    <a:schemeClr val="bg1"/>
                  </a:solidFill>
                  <a:latin typeface="+mj-lt"/>
                  <a:ea typeface="ヒラギノ角ゴ Pro W3" panose="020B0300000000000000" pitchFamily="34" charset="-128"/>
                </a:rPr>
                <a:t>Table of Contents</a:t>
              </a:r>
            </a:p>
          </p:txBody>
        </p:sp>
      </p:grp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CEC661D-E074-375D-91A2-5AE8C1E640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05820" y="524632"/>
            <a:ext cx="590180" cy="925512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6000" b="1">
                <a:latin typeface="+mj-lt"/>
              </a:defRPr>
            </a:lvl1pPr>
          </a:lstStyle>
          <a:p>
            <a:pPr lvl="0"/>
            <a:r>
              <a:rPr lang="en-US" sz="6000" b="1" dirty="0">
                <a:latin typeface="+mj-lt"/>
              </a:rPr>
              <a:t>1</a:t>
            </a:r>
            <a:endParaRPr lang="en-US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0356D2A1-1F4F-E034-3663-54B8AC3457F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518673" y="1613074"/>
            <a:ext cx="577327" cy="925512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6000" b="1">
                <a:latin typeface="+mj-lt"/>
              </a:defRPr>
            </a:lvl1pPr>
          </a:lstStyle>
          <a:p>
            <a:pPr lvl="0"/>
            <a:r>
              <a:rPr lang="en-US" sz="6000" b="1" dirty="0">
                <a:latin typeface="+mj-lt"/>
              </a:rPr>
              <a:t>2</a:t>
            </a:r>
            <a:endParaRPr lang="en-US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3DE5DCA6-E722-888B-586D-7DCE83FA44B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05819" y="3711232"/>
            <a:ext cx="590180" cy="925512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6000" b="1">
                <a:latin typeface="+mj-lt"/>
              </a:defRPr>
            </a:lvl1pPr>
          </a:lstStyle>
          <a:p>
            <a:pPr lvl="0"/>
            <a:r>
              <a:rPr lang="en-US" sz="6000" b="1" dirty="0">
                <a:latin typeface="+mj-lt"/>
              </a:rPr>
              <a:t>4</a:t>
            </a:r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21A37EF-DD9A-147C-DAE2-0D6A31A392C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505819" y="4799674"/>
            <a:ext cx="590180" cy="925512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6000" b="1">
                <a:latin typeface="+mj-lt"/>
              </a:defRPr>
            </a:lvl1pPr>
          </a:lstStyle>
          <a:p>
            <a:pPr lvl="0"/>
            <a:r>
              <a:rPr lang="en-US" sz="6000" b="1" dirty="0">
                <a:latin typeface="+mj-lt"/>
              </a:rPr>
              <a:t>5</a:t>
            </a:r>
            <a:endParaRPr lang="en-US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DDBE69E7-EF78-104F-175E-E14F0469BC2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518673" y="2664389"/>
            <a:ext cx="577327" cy="925512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6000" b="1">
                <a:latin typeface="+mj-lt"/>
              </a:defRPr>
            </a:lvl1pPr>
          </a:lstStyle>
          <a:p>
            <a:pPr lvl="0"/>
            <a:r>
              <a:rPr lang="en-US" sz="6000" b="1" dirty="0">
                <a:latin typeface="+mj-lt"/>
              </a:rPr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5925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DEC31A-CF14-110E-A388-447BAB4516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1D5F3-14D8-EB4A-BCF0-7DEF40FD19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E9FF6C1-1F10-6B81-CAF0-B28BC6E7442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59494" y="733270"/>
            <a:ext cx="9018106" cy="70910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lang="en-US" sz="2400" b="0" i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Enter Section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31E7022-7CAE-F7C0-D3C5-5B581F40C152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259494" y="1825354"/>
            <a:ext cx="9018106" cy="7132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lang="en-US" sz="2400" b="0" i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Enter Section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A9F64A8-114B-5D81-514A-3E243058482C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2259494" y="2876669"/>
            <a:ext cx="9018106" cy="7132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lang="en-US" sz="2400" b="0" i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Enter Section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B82BF47-8D5B-87BE-5127-15DCE9D40596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259494" y="3923512"/>
            <a:ext cx="9018106" cy="7132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lang="en-US" sz="2400" b="0" i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Enter Section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DD2B938-8AFF-0643-A887-9B1904CA619B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2259494" y="5011954"/>
            <a:ext cx="9018106" cy="7132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lang="en-US" sz="2400" b="0" i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Enter Section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CEC661D-E074-375D-91A2-5AE8C1E640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69314" y="524632"/>
            <a:ext cx="590180" cy="925512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6000" b="1">
                <a:latin typeface="+mj-lt"/>
              </a:defRPr>
            </a:lvl1pPr>
          </a:lstStyle>
          <a:p>
            <a:pPr lvl="0"/>
            <a:r>
              <a:rPr lang="en-US" sz="6000" b="1" dirty="0">
                <a:latin typeface="+mj-lt"/>
              </a:rPr>
              <a:t>1</a:t>
            </a:r>
            <a:endParaRPr lang="en-US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0356D2A1-1F4F-E034-3663-54B8AC3457F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82167" y="1613074"/>
            <a:ext cx="577327" cy="925512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6000" b="1">
                <a:latin typeface="+mj-lt"/>
              </a:defRPr>
            </a:lvl1pPr>
          </a:lstStyle>
          <a:p>
            <a:pPr lvl="0"/>
            <a:r>
              <a:rPr lang="en-US" sz="6000" b="1" dirty="0">
                <a:latin typeface="+mj-lt"/>
              </a:rPr>
              <a:t>2</a:t>
            </a:r>
            <a:endParaRPr lang="en-US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3DE5DCA6-E722-888B-586D-7DCE83FA44B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69313" y="3711232"/>
            <a:ext cx="590180" cy="925512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6000" b="1">
                <a:latin typeface="+mj-lt"/>
              </a:defRPr>
            </a:lvl1pPr>
          </a:lstStyle>
          <a:p>
            <a:pPr lvl="0"/>
            <a:r>
              <a:rPr lang="en-US" sz="6000" b="1" dirty="0">
                <a:latin typeface="+mj-lt"/>
              </a:rPr>
              <a:t>4</a:t>
            </a:r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21A37EF-DD9A-147C-DAE2-0D6A31A392C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69313" y="4799674"/>
            <a:ext cx="590180" cy="925512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6000" b="1">
                <a:latin typeface="+mj-lt"/>
              </a:defRPr>
            </a:lvl1pPr>
          </a:lstStyle>
          <a:p>
            <a:pPr lvl="0"/>
            <a:r>
              <a:rPr lang="en-US" sz="6000" b="1" dirty="0">
                <a:latin typeface="+mj-lt"/>
              </a:rPr>
              <a:t>5</a:t>
            </a:r>
            <a:endParaRPr lang="en-US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DDBE69E7-EF78-104F-175E-E14F0469BC2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82167" y="2664389"/>
            <a:ext cx="577327" cy="925512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6000" b="1">
                <a:latin typeface="+mj-lt"/>
              </a:defRPr>
            </a:lvl1pPr>
          </a:lstStyle>
          <a:p>
            <a:pPr lvl="0"/>
            <a:r>
              <a:rPr lang="en-US" sz="6000" b="1" dirty="0">
                <a:latin typeface="+mj-lt"/>
              </a:rPr>
              <a:t>3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E0ADFC-4E21-8B1B-2B92-D873DFF768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5752"/>
            <a:ext cx="446913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2897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ontent_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2BF51E9-37C0-8948-8458-070BEC4D8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4860" y="963133"/>
            <a:ext cx="7315200" cy="4838700"/>
          </a:xfrm>
          <a:prstGeom prst="rect">
            <a:avLst/>
          </a:prstGeom>
        </p:spPr>
        <p:txBody>
          <a:bodyPr rIns="0">
            <a:normAutofit/>
          </a:bodyPr>
          <a:lstStyle>
            <a:lvl1pPr>
              <a:defRPr sz="4000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“Click to insert Quote”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078169-E6CF-64CB-0E17-405B8A1074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5760"/>
            <a:ext cx="397256" cy="3886200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4DCDBC2-366C-5BEB-0190-387B27597C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41363" y="6016752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bg1"/>
                </a:solidFill>
              </a:defRPr>
            </a:lvl1pPr>
          </a:lstStyle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189E43-ECB0-4DA1-2E86-6E5783487132}"/>
              </a:ext>
            </a:extLst>
          </p:cNvPr>
          <p:cNvSpPr txBox="1"/>
          <p:nvPr/>
        </p:nvSpPr>
        <p:spPr>
          <a:xfrm>
            <a:off x="914400" y="6019503"/>
            <a:ext cx="2989007" cy="3657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1050" b="1" dirty="0"/>
              <a:t>Fred Hutchinson Cancer Center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BDB5DA4-FE92-D39E-4694-549EBF25E756}"/>
              </a:ext>
            </a:extLst>
          </p:cNvPr>
          <p:cNvCxnSpPr>
            <a:cxnSpLocks/>
          </p:cNvCxnSpPr>
          <p:nvPr userDrawn="1"/>
        </p:nvCxnSpPr>
        <p:spPr>
          <a:xfrm flipH="1">
            <a:off x="3057832" y="6222047"/>
            <a:ext cx="8219768" cy="0"/>
          </a:xfrm>
          <a:prstGeom prst="line">
            <a:avLst/>
          </a:prstGeom>
          <a:ln w="95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8AE8CBC-B486-34BF-A2A5-3D6AABF35717}"/>
              </a:ext>
            </a:extLst>
          </p:cNvPr>
          <p:cNvSpPr txBox="1"/>
          <p:nvPr/>
        </p:nvSpPr>
        <p:spPr>
          <a:xfrm>
            <a:off x="914400" y="6019503"/>
            <a:ext cx="2989007" cy="3657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1050" b="1" dirty="0"/>
              <a:t>Fred Hutchinson Cancer Center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31E988-CBBF-654D-E5D5-D5A28D14B1E5}"/>
              </a:ext>
            </a:extLst>
          </p:cNvPr>
          <p:cNvSpPr txBox="1"/>
          <p:nvPr/>
        </p:nvSpPr>
        <p:spPr>
          <a:xfrm>
            <a:off x="914400" y="6019503"/>
            <a:ext cx="2989007" cy="3657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1050" b="1" dirty="0"/>
              <a:t>Fred Hutchinson Cancer Center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239BF9-D390-EA34-7B97-9EF2A416531B}"/>
              </a:ext>
            </a:extLst>
          </p:cNvPr>
          <p:cNvSpPr txBox="1"/>
          <p:nvPr userDrawn="1"/>
        </p:nvSpPr>
        <p:spPr>
          <a:xfrm>
            <a:off x="914400" y="6019503"/>
            <a:ext cx="2989007" cy="3657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1050" b="1" dirty="0">
                <a:solidFill>
                  <a:schemeClr val="bg1"/>
                </a:solidFill>
              </a:rPr>
              <a:t>Fred Hutch Cancer Center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FB78366E-E472-5E01-FC22-5ADD6E7297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356350"/>
            <a:ext cx="1036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1574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/icon on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5C2CF-C027-4F26-BEDE-B117362C9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B34E8-7317-C2E0-0849-28BFCC86A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1B365D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616FF-F178-089A-3B3A-79C777197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355080"/>
            <a:ext cx="10363200" cy="365125"/>
          </a:xfrm>
        </p:spPr>
        <p:txBody>
          <a:bodyPr anchor="ctr" anchorCtr="0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AA3E1-D8EE-8930-8C31-50A270869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4E2DA7D5-7145-4155-9CEA-6BD6DBBE32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2924" y="371074"/>
            <a:ext cx="989076" cy="119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5743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Text w/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5C2CF-C027-4F26-BEDE-B117362C9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5124"/>
            <a:ext cx="10363200" cy="914400"/>
          </a:xfrm>
        </p:spPr>
        <p:txBody>
          <a:bodyPr anchor="ctr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B34E8-7317-C2E0-0849-28BFCC86A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103120"/>
            <a:ext cx="10363200" cy="36782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616FF-F178-089A-3B3A-79C777197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355080"/>
            <a:ext cx="10363200" cy="365125"/>
          </a:xfrm>
        </p:spPr>
        <p:txBody>
          <a:bodyPr anchor="ctr" anchorCtr="0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AA3E1-D8EE-8930-8C31-50A270869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6D0DAA7-9204-26DD-56E2-8B4D671447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188720"/>
            <a:ext cx="10363200" cy="749808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90000"/>
              </a:lnSpc>
              <a:buNone/>
              <a:defRPr sz="1900">
                <a:solidFill>
                  <a:schemeClr val="accent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enter Level 2 header</a:t>
            </a:r>
          </a:p>
        </p:txBody>
      </p:sp>
    </p:spTree>
    <p:extLst>
      <p:ext uri="{BB962C8B-B14F-4D97-AF65-F5344CB8AC3E}">
        <p14:creationId xmlns:p14="http://schemas.microsoft.com/office/powerpoint/2010/main" val="38881303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_Text w/Subhead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65760"/>
            <a:ext cx="10363200" cy="914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1933684"/>
            <a:ext cx="10363199" cy="827803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>
              <a:buNone/>
              <a:defRPr lang="en-US" sz="1600" b="1" kern="0" cap="all" spc="0" normalizeH="0" baseline="0" dirty="0">
                <a:solidFill>
                  <a:schemeClr val="tx2"/>
                </a:solidFill>
              </a:defRPr>
            </a:lvl1pPr>
          </a:lstStyle>
          <a:p>
            <a:pPr marL="197213" lvl="0" indent="-197213"/>
            <a:r>
              <a:rPr lang="en-US" dirty="0"/>
              <a:t>Click to add subtitle text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1188720"/>
            <a:ext cx="10363200" cy="749808"/>
          </a:xfrm>
          <a:prstGeom prst="rect">
            <a:avLst/>
          </a:prstGeom>
        </p:spPr>
        <p:txBody>
          <a:bodyPr tIns="0" rIns="0" anchor="ctr" anchorCtr="0">
            <a:noAutofit/>
          </a:bodyPr>
          <a:lstStyle>
            <a:lvl1pPr marL="0" indent="0">
              <a:lnSpc>
                <a:spcPct val="90000"/>
              </a:lnSpc>
              <a:buNone/>
              <a:defRPr sz="1900" cap="none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enter Level 2 header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41A24A-CF28-0C46-BC50-7171D12730D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914400" y="6355080"/>
            <a:ext cx="10363200" cy="365125"/>
          </a:xfrm>
        </p:spPr>
        <p:txBody>
          <a:bodyPr anchor="ctr" anchorCtr="0"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EE0827-E235-7147-995F-7CEAF6D48EB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0AE5351-B08B-1A4C-A099-7C6CCDF10A9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4401" y="2894987"/>
            <a:ext cx="10363199" cy="2896214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2462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5C2CF-C027-4F26-BEDE-B117362C9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3118"/>
            <a:ext cx="4859079" cy="3063876"/>
          </a:xfrm>
        </p:spPr>
        <p:txBody>
          <a:bodyPr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B34E8-7317-C2E0-0849-28BFCC86A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58948"/>
            <a:ext cx="4859079" cy="463225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616FF-F178-089A-3B3A-79C777197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355080"/>
            <a:ext cx="10363200" cy="365125"/>
          </a:xfrm>
        </p:spPr>
        <p:txBody>
          <a:bodyPr anchor="ctr" anchorCtr="0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AA3E1-D8EE-8930-8C31-50A270869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6D0DAA7-9204-26DD-56E2-8B4D671447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487184"/>
            <a:ext cx="4859079" cy="749808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935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Text w/subhead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BC909C4-0CDA-1F50-EE33-C12E76CEEC6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145078" y="1423988"/>
            <a:ext cx="4132522" cy="43672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Insert body text, image or chart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35C2CF-C027-4F26-BEDE-B117362C9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5124"/>
            <a:ext cx="10363200" cy="914400"/>
          </a:xfrm>
        </p:spPr>
        <p:txBody>
          <a:bodyPr anchor="ctr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B34E8-7317-C2E0-0849-28BFCC86A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103120"/>
            <a:ext cx="5943600" cy="36782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616FF-F178-089A-3B3A-79C777197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355080"/>
            <a:ext cx="10363200" cy="365125"/>
          </a:xfrm>
        </p:spPr>
        <p:txBody>
          <a:bodyPr anchor="ctr" anchorCtr="0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AA3E1-D8EE-8930-8C31-50A270869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6D0DAA7-9204-26DD-56E2-8B4D671447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188720"/>
            <a:ext cx="5943600" cy="749808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90000"/>
              </a:lnSpc>
              <a:buNone/>
              <a:defRPr sz="1900">
                <a:solidFill>
                  <a:schemeClr val="accent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enter Level 2 header</a:t>
            </a:r>
          </a:p>
        </p:txBody>
      </p:sp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4BBFABB7-4488-4B42-8719-33C164F24C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2924" y="371074"/>
            <a:ext cx="989076" cy="119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3463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Text w/subhead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5C2CF-C027-4F26-BEDE-B117362C9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5124"/>
            <a:ext cx="10363200" cy="914400"/>
          </a:xfrm>
        </p:spPr>
        <p:txBody>
          <a:bodyPr anchor="ctr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B34E8-7317-C2E0-0849-28BFCC86A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103120"/>
            <a:ext cx="5943600" cy="36782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616FF-F178-089A-3B3A-79C777197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355080"/>
            <a:ext cx="10363200" cy="365125"/>
          </a:xfrm>
        </p:spPr>
        <p:txBody>
          <a:bodyPr anchor="ctr" anchorCtr="0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AA3E1-D8EE-8930-8C31-50A270869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6D0DAA7-9204-26DD-56E2-8B4D671447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188720"/>
            <a:ext cx="5943600" cy="749808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90000"/>
              </a:lnSpc>
              <a:buNone/>
              <a:defRPr sz="1900">
                <a:solidFill>
                  <a:schemeClr val="accent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enter Level 2 header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6E566B3-76E1-D104-1541-4DE8C52E9F7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24560" y="1453019"/>
            <a:ext cx="4133088" cy="43381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05083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Text w/2 images or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BC909C4-0CDA-1F50-EE33-C12E76CEEC6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14399" y="1423988"/>
            <a:ext cx="4965405" cy="43767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Insert image or chart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35C2CF-C027-4F26-BEDE-B117362C9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5124"/>
            <a:ext cx="10363200" cy="914400"/>
          </a:xfrm>
        </p:spPr>
        <p:txBody>
          <a:bodyPr anchor="ctr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616FF-F178-089A-3B3A-79C777197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355080"/>
            <a:ext cx="10363200" cy="365125"/>
          </a:xfrm>
        </p:spPr>
        <p:txBody>
          <a:bodyPr anchor="ctr" anchorCtr="0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AA3E1-D8EE-8930-8C31-50A270869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E19BB9C-D01B-4884-B61F-AFFF375E0BE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315224" y="1426464"/>
            <a:ext cx="4965192" cy="43767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Insert image or chart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456582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/left, Image/right - add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32DC0-1172-D9AF-7562-D28353816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5759"/>
            <a:ext cx="5190165" cy="914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5D416DDC-E451-9D45-458A-9C5675364E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1188720"/>
            <a:ext cx="5190164" cy="749808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indent="0">
              <a:lnSpc>
                <a:spcPct val="90000"/>
              </a:lnSpc>
              <a:buNone/>
              <a:defRPr sz="1900" cap="none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enter Level 2 header here</a:t>
            </a:r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F4DCA7E5-C14E-EFF5-6BE9-4826838C73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2024866"/>
            <a:ext cx="5190165" cy="37663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 baseline="0">
                <a:solidFill>
                  <a:schemeClr val="tx1"/>
                </a:solidFill>
              </a:defRPr>
            </a:lvl1pPr>
            <a:lvl2pPr marL="680177" indent="-285750">
              <a:buClr>
                <a:schemeClr val="tx2"/>
              </a:buClr>
              <a:buFont typeface="Arial" panose="020B0604020202020204" pitchFamily="34" charset="0"/>
              <a:buChar char="•"/>
              <a:defRPr sz="1600"/>
            </a:lvl2pPr>
            <a:lvl3pPr marL="1074604" indent="-285750">
              <a:buFont typeface="Arial" panose="020B0604020202020204" pitchFamily="34" charset="0"/>
              <a:buChar char="•"/>
              <a:defRPr sz="1600"/>
            </a:lvl3pPr>
            <a:lvl4pPr marL="1469030" indent="-285750">
              <a:buFont typeface="Arial" panose="020B0604020202020204" pitchFamily="34" charset="0"/>
              <a:buChar char="•"/>
              <a:defRPr/>
            </a:lvl4pPr>
            <a:lvl5pPr marL="1863458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021BDF8F-7B64-659D-5BE8-E490BDE808E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010400" y="0"/>
            <a:ext cx="5181600" cy="6858000"/>
          </a:xfrm>
          <a:prstGeom prst="rect">
            <a:avLst/>
          </a:prstGeom>
          <a:solidFill>
            <a:schemeClr val="accent3">
              <a:alpha val="25000"/>
            </a:schemeClr>
          </a:solidFill>
        </p:spPr>
        <p:txBody>
          <a:bodyPr anchor="ctr">
            <a:normAutofit/>
          </a:bodyPr>
          <a:lstStyle>
            <a:lvl1pPr marL="0" marR="0" indent="0" algn="l" defTabSz="788854" rtl="0" eaLnBrk="1" fontAlgn="auto" latinLnBrk="0" hangingPunct="1">
              <a:lnSpc>
                <a:spcPct val="90000"/>
              </a:lnSpc>
              <a:spcBef>
                <a:spcPts val="86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197213" marR="0" lvl="0" indent="-197213" algn="l" defTabSz="788854" rtl="0" eaLnBrk="1" fontAlgn="auto" latinLnBrk="0" hangingPunct="1">
              <a:lnSpc>
                <a:spcPct val="90000"/>
              </a:lnSpc>
              <a:spcBef>
                <a:spcPts val="86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0448068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/right, Image/left - add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32DC0-1172-D9AF-7562-D283538166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04565" y="365759"/>
            <a:ext cx="5190165" cy="914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Main title style</a:t>
            </a:r>
          </a:p>
        </p:txBody>
      </p: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5D416DDC-E451-9D45-458A-9C5675364E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4565" y="1188720"/>
            <a:ext cx="5190164" cy="749808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indent="0">
              <a:lnSpc>
                <a:spcPct val="90000"/>
              </a:lnSpc>
              <a:buNone/>
              <a:defRPr sz="1900" cap="none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Enter to enter Level 2 header here</a:t>
            </a:r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F4DCA7E5-C14E-EFF5-6BE9-4826838C73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2024866"/>
            <a:ext cx="5190165" cy="329098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 baseline="0">
                <a:solidFill>
                  <a:schemeClr val="tx1"/>
                </a:solidFill>
              </a:defRPr>
            </a:lvl1pPr>
            <a:lvl2pPr marL="680177" indent="-285750">
              <a:buClr>
                <a:schemeClr val="tx2"/>
              </a:buClr>
              <a:buFont typeface="Arial" panose="020B0604020202020204" pitchFamily="34" charset="0"/>
              <a:buChar char="•"/>
              <a:defRPr sz="1600"/>
            </a:lvl2pPr>
            <a:lvl3pPr marL="1074604" indent="-285750">
              <a:buFont typeface="Arial" panose="020B0604020202020204" pitchFamily="34" charset="0"/>
              <a:buChar char="•"/>
              <a:defRPr sz="1600"/>
            </a:lvl3pPr>
            <a:lvl4pPr marL="1469030" indent="-285750">
              <a:buFont typeface="Arial" panose="020B0604020202020204" pitchFamily="34" charset="0"/>
              <a:buChar char="•"/>
              <a:defRPr/>
            </a:lvl4pPr>
            <a:lvl5pPr marL="1863458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021BDF8F-7B64-659D-5BE8-E490BDE808E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5181600" cy="6858000"/>
          </a:xfrm>
          <a:prstGeom prst="rect">
            <a:avLst/>
          </a:prstGeom>
          <a:solidFill>
            <a:schemeClr val="accent3">
              <a:alpha val="25000"/>
            </a:schemeClr>
          </a:solidFill>
        </p:spPr>
        <p:txBody>
          <a:bodyPr anchor="ctr">
            <a:normAutofit/>
          </a:bodyPr>
          <a:lstStyle>
            <a:lvl1pPr marL="0" marR="0" indent="0" algn="l" defTabSz="788854" rtl="0" eaLnBrk="1" fontAlgn="auto" latinLnBrk="0" hangingPunct="1">
              <a:lnSpc>
                <a:spcPct val="90000"/>
              </a:lnSpc>
              <a:spcBef>
                <a:spcPts val="86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197213" marR="0" lvl="0" indent="-197213" algn="l" defTabSz="788854" rtl="0" eaLnBrk="1" fontAlgn="auto" latinLnBrk="0" hangingPunct="1">
              <a:lnSpc>
                <a:spcPct val="90000"/>
              </a:lnSpc>
              <a:spcBef>
                <a:spcPts val="86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677225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Step &amp; A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46503-DD78-2342-1E29-9AFE8C06A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5125"/>
            <a:ext cx="10363200" cy="914400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AF341-ED71-646A-640E-8FE822B368F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14400" y="1189703"/>
            <a:ext cx="10363200" cy="747252"/>
          </a:xfrm>
        </p:spPr>
        <p:txBody>
          <a:bodyPr anchor="ctr" anchorCtr="0">
            <a:normAutofit/>
          </a:bodyPr>
          <a:lstStyle>
            <a:lvl1pPr marL="0" indent="0" algn="l">
              <a:lnSpc>
                <a:spcPct val="90000"/>
              </a:lnSpc>
              <a:buNone/>
              <a:defRPr sz="1900" b="0">
                <a:solidFill>
                  <a:schemeClr val="accent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enter Level 2 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9DFFEB-F573-0BB1-187E-BF04F49FD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02438" y="2952977"/>
            <a:ext cx="2423160" cy="251191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62748D-706E-CE54-B6E2-799FC7894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94475" y="2952977"/>
            <a:ext cx="2423160" cy="251191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900B23-F0D6-0912-2BA2-FF2421014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0DF546-748A-D965-DD85-EB6F83BB7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9E4DE70-1C5B-27C1-6544-BB3D64F307D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86511" y="2952977"/>
            <a:ext cx="2423160" cy="251191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EA1FB08-4A19-0340-C00E-F42975D05B9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601788" y="2248084"/>
            <a:ext cx="2424112" cy="502920"/>
          </a:xfrm>
          <a:solidFill>
            <a:schemeClr val="tx1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9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8DAFBBE-DE45-76C2-2F6F-52EBD21980B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894263" y="2248084"/>
            <a:ext cx="2424112" cy="502920"/>
          </a:xfrm>
          <a:solidFill>
            <a:schemeClr val="tx1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9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93603703-D075-3A9B-6057-E74BD4EAA3A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86738" y="2248084"/>
            <a:ext cx="2422525" cy="502920"/>
          </a:xfrm>
          <a:solidFill>
            <a:schemeClr val="tx1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9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0172641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am Bi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999893" y="3693208"/>
            <a:ext cx="2613143" cy="3622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+mn-lt"/>
              </a:defRPr>
            </a:lvl1pPr>
            <a:lvl2pPr marL="457177" indent="0">
              <a:buNone/>
              <a:defRPr>
                <a:latin typeface="+mj-lt"/>
              </a:defRPr>
            </a:lvl2pPr>
            <a:lvl3pPr marL="914354" indent="0">
              <a:buNone/>
              <a:defRPr>
                <a:latin typeface="+mj-lt"/>
              </a:defRPr>
            </a:lvl3pPr>
            <a:lvl4pPr marL="1371531" indent="0">
              <a:buNone/>
              <a:defRPr>
                <a:latin typeface="+mj-lt"/>
              </a:defRPr>
            </a:lvl4pPr>
            <a:lvl5pPr marL="1828709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999893" y="4071945"/>
            <a:ext cx="2613143" cy="3094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457177" indent="0">
              <a:buNone/>
              <a:defRPr>
                <a:latin typeface="+mj-lt"/>
              </a:defRPr>
            </a:lvl2pPr>
            <a:lvl3pPr marL="914354" indent="0">
              <a:buNone/>
              <a:defRPr>
                <a:latin typeface="+mj-lt"/>
              </a:defRPr>
            </a:lvl3pPr>
            <a:lvl4pPr marL="1371531" indent="0">
              <a:buNone/>
              <a:defRPr>
                <a:latin typeface="+mj-lt"/>
              </a:defRPr>
            </a:lvl4pPr>
            <a:lvl5pPr marL="1828709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999894" y="4450683"/>
            <a:ext cx="2613140" cy="13405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+mn-lt"/>
              </a:defRPr>
            </a:lvl1pPr>
            <a:lvl2pPr marL="457177" indent="0">
              <a:buNone/>
              <a:defRPr>
                <a:latin typeface="+mj-lt"/>
              </a:defRPr>
            </a:lvl2pPr>
            <a:lvl3pPr marL="914354" indent="0">
              <a:buNone/>
              <a:defRPr>
                <a:latin typeface="+mj-lt"/>
              </a:defRPr>
            </a:lvl3pPr>
            <a:lvl4pPr marL="1371531" indent="0">
              <a:buNone/>
              <a:defRPr>
                <a:latin typeface="+mj-lt"/>
              </a:defRPr>
            </a:lvl4pPr>
            <a:lvl5pPr marL="1828709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add Bio</a:t>
            </a: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4778375" y="3693208"/>
            <a:ext cx="2635250" cy="3622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+mn-lt"/>
              </a:defRPr>
            </a:lvl1pPr>
            <a:lvl2pPr marL="457177" indent="0">
              <a:buNone/>
              <a:defRPr>
                <a:latin typeface="+mj-lt"/>
              </a:defRPr>
            </a:lvl2pPr>
            <a:lvl3pPr marL="914354" indent="0">
              <a:buNone/>
              <a:defRPr>
                <a:latin typeface="+mj-lt"/>
              </a:defRPr>
            </a:lvl3pPr>
            <a:lvl4pPr marL="1371531" indent="0">
              <a:buNone/>
              <a:defRPr>
                <a:latin typeface="+mj-lt"/>
              </a:defRPr>
            </a:lvl4pPr>
            <a:lvl5pPr marL="1828709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4778375" y="4071945"/>
            <a:ext cx="2635250" cy="3094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457177" indent="0">
              <a:buNone/>
              <a:defRPr>
                <a:latin typeface="+mj-lt"/>
              </a:defRPr>
            </a:lvl2pPr>
            <a:lvl3pPr marL="914354" indent="0">
              <a:buNone/>
              <a:defRPr>
                <a:latin typeface="+mj-lt"/>
              </a:defRPr>
            </a:lvl3pPr>
            <a:lvl4pPr marL="1371531" indent="0">
              <a:buNone/>
              <a:defRPr>
                <a:latin typeface="+mj-lt"/>
              </a:defRPr>
            </a:lvl4pPr>
            <a:lvl5pPr marL="1828709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9"/>
          </p:nvPr>
        </p:nvSpPr>
        <p:spPr>
          <a:xfrm>
            <a:off x="1163133" y="1256906"/>
            <a:ext cx="2295002" cy="2186697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941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DE5F3750-7D39-004E-96DD-E52D51C9275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48500" y="1256906"/>
            <a:ext cx="2295002" cy="2186697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941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CF77BBE8-636F-C148-8742-591CECD88F2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86008" y="3693208"/>
            <a:ext cx="2613196" cy="3622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+mn-lt"/>
              </a:defRPr>
            </a:lvl1pPr>
            <a:lvl2pPr marL="457177" indent="0">
              <a:buNone/>
              <a:defRPr>
                <a:latin typeface="+mj-lt"/>
              </a:defRPr>
            </a:lvl2pPr>
            <a:lvl3pPr marL="914354" indent="0">
              <a:buNone/>
              <a:defRPr>
                <a:latin typeface="+mj-lt"/>
              </a:defRPr>
            </a:lvl3pPr>
            <a:lvl4pPr marL="1371531" indent="0">
              <a:buNone/>
              <a:defRPr>
                <a:latin typeface="+mj-lt"/>
              </a:defRPr>
            </a:lvl4pPr>
            <a:lvl5pPr marL="1828709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F8B4424F-BE99-E844-8E07-A73DAAE7E23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86008" y="4071945"/>
            <a:ext cx="2613139" cy="3094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457177" indent="0">
              <a:buNone/>
              <a:defRPr>
                <a:latin typeface="+mj-lt"/>
              </a:defRPr>
            </a:lvl2pPr>
            <a:lvl3pPr marL="914354" indent="0">
              <a:buNone/>
              <a:defRPr>
                <a:latin typeface="+mj-lt"/>
              </a:defRPr>
            </a:lvl3pPr>
            <a:lvl4pPr marL="1371531" indent="0">
              <a:buNone/>
              <a:defRPr>
                <a:latin typeface="+mj-lt"/>
              </a:defRPr>
            </a:lvl4pPr>
            <a:lvl5pPr marL="1828709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Picture Placeholder 20">
            <a:extLst>
              <a:ext uri="{FF2B5EF4-FFF2-40B4-BE49-F238E27FC236}">
                <a16:creationId xmlns:a16="http://schemas.microsoft.com/office/drawing/2014/main" id="{2A0722AF-E2F2-0241-AD0D-08E90223B3E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745076" y="1256906"/>
            <a:ext cx="2295002" cy="2186697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941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A2E4B19C-E920-1D45-B277-5117F98C0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79012"/>
            <a:ext cx="10668001" cy="914400"/>
          </a:xfrm>
          <a:prstGeom prst="rect">
            <a:avLst/>
          </a:prstGeom>
        </p:spPr>
        <p:txBody>
          <a:bodyPr vert="horz" lIns="0" tIns="0" rIns="91440" bIns="4572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7C5E5B3-3A30-ED46-B46A-1EEA16FEFBAB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142B10-6692-224B-9DFC-FE18DBC887E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068A26C5-AF84-524A-9849-93993DCE8B8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02777" y="4450683"/>
            <a:ext cx="2613140" cy="13405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+mn-lt"/>
              </a:defRPr>
            </a:lvl1pPr>
            <a:lvl2pPr marL="457177" indent="0">
              <a:buNone/>
              <a:defRPr>
                <a:latin typeface="+mj-lt"/>
              </a:defRPr>
            </a:lvl2pPr>
            <a:lvl3pPr marL="914354" indent="0">
              <a:buNone/>
              <a:defRPr>
                <a:latin typeface="+mj-lt"/>
              </a:defRPr>
            </a:lvl3pPr>
            <a:lvl4pPr marL="1371531" indent="0">
              <a:buNone/>
              <a:defRPr>
                <a:latin typeface="+mj-lt"/>
              </a:defRPr>
            </a:lvl4pPr>
            <a:lvl5pPr marL="1828709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add Bio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FBF3954E-DE48-7F48-90D9-F084DB7A603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86066" y="4450683"/>
            <a:ext cx="2613140" cy="13405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+mn-lt"/>
              </a:defRPr>
            </a:lvl1pPr>
            <a:lvl2pPr marL="457177" indent="0">
              <a:buNone/>
              <a:defRPr>
                <a:latin typeface="+mj-lt"/>
              </a:defRPr>
            </a:lvl2pPr>
            <a:lvl3pPr marL="914354" indent="0">
              <a:buNone/>
              <a:defRPr>
                <a:latin typeface="+mj-lt"/>
              </a:defRPr>
            </a:lvl3pPr>
            <a:lvl4pPr marL="1371531" indent="0">
              <a:buNone/>
              <a:defRPr>
                <a:latin typeface="+mj-lt"/>
              </a:defRPr>
            </a:lvl4pPr>
            <a:lvl5pPr marL="1828709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add Bio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F77174A-883D-1047-87D3-C4FAF77DA3A8}"/>
              </a:ext>
            </a:extLst>
          </p:cNvPr>
          <p:cNvCxnSpPr>
            <a:cxnSpLocks/>
          </p:cNvCxnSpPr>
          <p:nvPr/>
        </p:nvCxnSpPr>
        <p:spPr>
          <a:xfrm>
            <a:off x="4195705" y="1283706"/>
            <a:ext cx="0" cy="4507494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29C9D1A-7D38-8848-943F-BF6FDBFDA09E}"/>
              </a:ext>
            </a:extLst>
          </p:cNvPr>
          <p:cNvCxnSpPr>
            <a:cxnSpLocks/>
          </p:cNvCxnSpPr>
          <p:nvPr/>
        </p:nvCxnSpPr>
        <p:spPr>
          <a:xfrm>
            <a:off x="7996295" y="1283706"/>
            <a:ext cx="0" cy="4507494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99655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hank you_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2793C78C-9B40-B347-B3D2-AD46445354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792" y="2602851"/>
            <a:ext cx="10515600" cy="1973024"/>
          </a:xfr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1" i="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DE1673-188E-721A-6725-72BE8B64CF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18504" y="0"/>
            <a:ext cx="5871923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A64768-0449-3A57-2B69-23A6D77515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608" y="684409"/>
            <a:ext cx="2496312" cy="588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272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DE06E6-993B-6CEE-F959-D2384A8E4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5125"/>
            <a:ext cx="10363200" cy="913069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579D4-E5DD-E8F8-F56C-4752D43F3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1441992"/>
            <a:ext cx="10363200" cy="434920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F96F0-2789-0A58-06EF-48860FB4C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356350"/>
            <a:ext cx="1036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75F41FE-6FDA-17BF-76AA-C86F706C4C33}"/>
              </a:ext>
            </a:extLst>
          </p:cNvPr>
          <p:cNvSpPr/>
          <p:nvPr userDrawn="1"/>
        </p:nvSpPr>
        <p:spPr>
          <a:xfrm>
            <a:off x="11519087" y="6043240"/>
            <a:ext cx="301752" cy="30175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B7DF8-B1EA-CC87-ECE4-7F641BE1B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41363" y="6016752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bg1"/>
                </a:solidFill>
              </a:defRPr>
            </a:lvl1pPr>
          </a:lstStyle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D11CFF-CFD2-85A6-6C08-1360F1769685}"/>
              </a:ext>
            </a:extLst>
          </p:cNvPr>
          <p:cNvSpPr txBox="1"/>
          <p:nvPr userDrawn="1"/>
        </p:nvSpPr>
        <p:spPr>
          <a:xfrm>
            <a:off x="914400" y="6019503"/>
            <a:ext cx="2989007" cy="3657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1050" b="1" dirty="0"/>
              <a:t>Fred Hutch Cancer Center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2BD626-04AC-1B24-AE77-8AFB7AA9A945}"/>
              </a:ext>
            </a:extLst>
          </p:cNvPr>
          <p:cNvCxnSpPr>
            <a:cxnSpLocks/>
          </p:cNvCxnSpPr>
          <p:nvPr userDrawn="1"/>
        </p:nvCxnSpPr>
        <p:spPr>
          <a:xfrm flipH="1">
            <a:off x="3057832" y="6222047"/>
            <a:ext cx="8219768" cy="0"/>
          </a:xfrm>
          <a:prstGeom prst="line">
            <a:avLst/>
          </a:prstGeom>
          <a:ln w="95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0260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  <p:sldLayoutId id="2147483925" r:id="rId12"/>
    <p:sldLayoutId id="2147483926" r:id="rId13"/>
    <p:sldLayoutId id="2147483927" r:id="rId14"/>
    <p:sldLayoutId id="2147483928" r:id="rId15"/>
    <p:sldLayoutId id="2147483929" r:id="rId16"/>
    <p:sldLayoutId id="2147483930" r:id="rId17"/>
    <p:sldLayoutId id="2147483931" r:id="rId18"/>
    <p:sldLayoutId id="2147483932" r:id="rId19"/>
    <p:sldLayoutId id="2147483933" r:id="rId20"/>
    <p:sldLayoutId id="2147483934" r:id="rId21"/>
    <p:sldLayoutId id="2147483935" r:id="rId22"/>
    <p:sldLayoutId id="2147483936" r:id="rId23"/>
    <p:sldLayoutId id="2147483937" r:id="rId24"/>
    <p:sldLayoutId id="2147483938" r:id="rId25"/>
    <p:sldLayoutId id="2147483939" r:id="rId2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576">
          <p15:clr>
            <a:srgbClr val="F26B43"/>
          </p15:clr>
        </p15:guide>
        <p15:guide id="3" pos="3840">
          <p15:clr>
            <a:srgbClr val="F26B43"/>
          </p15:clr>
        </p15:guide>
        <p15:guide id="4" pos="7104">
          <p15:clr>
            <a:srgbClr val="F26B43"/>
          </p15:clr>
        </p15:guide>
        <p15:guide id="12" orient="horz" pos="600" userDrawn="1">
          <p15:clr>
            <a:srgbClr val="F26B43"/>
          </p15:clr>
        </p15:guide>
        <p15:guide id="13" orient="horz" pos="1032" userDrawn="1">
          <p15:clr>
            <a:srgbClr val="F26B43"/>
          </p15:clr>
        </p15:guide>
        <p15:guide id="14" orient="horz" pos="3648" userDrawn="1">
          <p15:clr>
            <a:srgbClr val="F26B43"/>
          </p15:clr>
        </p15:guide>
        <p15:guide id="15" orient="horz" pos="4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EC6B7-4F04-C917-9F52-F5982B37F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32" y="1638299"/>
            <a:ext cx="7280559" cy="3023315"/>
          </a:xfrm>
        </p:spPr>
        <p:txBody>
          <a:bodyPr/>
          <a:lstStyle/>
          <a:p>
            <a:r>
              <a:rPr lang="en-US" dirty="0"/>
              <a:t>Title Slide</a:t>
            </a:r>
            <a:br>
              <a:rPr lang="en-US" dirty="0"/>
            </a:br>
            <a:r>
              <a:rPr lang="en-US" dirty="0"/>
              <a:t>Max 4 Lines</a:t>
            </a:r>
            <a:br>
              <a:rPr lang="en-US" dirty="0"/>
            </a:br>
            <a:r>
              <a:rPr lang="en-US" dirty="0"/>
              <a:t>Times New Roman (Heading)</a:t>
            </a:r>
            <a:br>
              <a:rPr lang="en-US" dirty="0"/>
            </a:br>
            <a:r>
              <a:rPr lang="en-US" dirty="0"/>
              <a:t>40 Point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E68F65-F591-1BA7-48EF-4F68DD058B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FirstName </a:t>
            </a:r>
            <a:r>
              <a:rPr lang="en-US" dirty="0" err="1"/>
              <a:t>LastName</a:t>
            </a:r>
            <a:br>
              <a:rPr lang="en-US" dirty="0"/>
            </a:br>
            <a:r>
              <a:rPr lang="en-US" dirty="0"/>
              <a:t>Title, Department</a:t>
            </a:r>
            <a:br>
              <a:rPr lang="en-US" dirty="0"/>
            </a:br>
            <a:r>
              <a:rPr lang="en-US" dirty="0"/>
              <a:t>Endowed Chair/Additional Description</a:t>
            </a:r>
            <a:br>
              <a:rPr lang="en-US" dirty="0"/>
            </a:br>
            <a:r>
              <a:rPr lang="en-US" dirty="0"/>
              <a:t>Month Day, Year</a:t>
            </a:r>
          </a:p>
        </p:txBody>
      </p:sp>
    </p:spTree>
    <p:extLst>
      <p:ext uri="{BB962C8B-B14F-4D97-AF65-F5344CB8AC3E}">
        <p14:creationId xmlns:p14="http://schemas.microsoft.com/office/powerpoint/2010/main" val="3223481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0D64BC-CBE5-14F8-AC60-91B2DBFEA2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7423D-F1A2-026B-5DEB-6B6C46F91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One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590E78-AA17-A195-1D93-C67652211EC9}"/>
              </a:ext>
            </a:extLst>
          </p:cNvPr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r>
              <a:rPr lang="en-US" dirty="0"/>
              <a:t>Section Two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C1814A-84DF-E5B8-B862-322D93C217F6}"/>
              </a:ext>
            </a:extLst>
          </p:cNvPr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rPr lang="en-US" dirty="0"/>
              <a:t>Section Three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223ACBD-287E-8B7D-67F8-8E875C2AF58D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rPr lang="en-US" dirty="0"/>
              <a:t>Section Four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A529BDE-C30A-58B0-0DB9-BBE3B7C5B2BE}"/>
              </a:ext>
            </a:extLst>
          </p:cNvPr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rPr lang="en-US" dirty="0"/>
              <a:t>Section Five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A8EDB36-C819-A554-5183-B686313979E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7E53E56-CA50-F7F3-2A63-131CE5921F4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543128A-61A4-FD13-BC78-81A0881389C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F32C10-2181-6770-5C75-D49E26D8D70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02EFBF5-FD19-5BDE-5376-7C2FF7D7F88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95097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0F80AD-FB02-CB8B-571B-601A451DEB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20CEE-6193-CD27-D249-A6F895B4BB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One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5DB665-1031-6119-56DB-A79B16F3D045}"/>
              </a:ext>
            </a:extLst>
          </p:cNvPr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r>
              <a:rPr lang="en-US" dirty="0"/>
              <a:t>Section Two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57B4F2A-07FD-D932-D803-545C2D4E4E9B}"/>
              </a:ext>
            </a:extLst>
          </p:cNvPr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rPr lang="en-US" dirty="0"/>
              <a:t>Section Three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5311153-E347-7EC8-644E-F5E5E4F6F752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rPr lang="en-US" dirty="0"/>
              <a:t>Section Four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C02A45-79E1-1B36-9AFE-284CABCA71B3}"/>
              </a:ext>
            </a:extLst>
          </p:cNvPr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rPr lang="en-US" dirty="0"/>
              <a:t>Section Five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2C6982-6531-AF1F-B4AD-CC015CAA6D5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8BA596-FBA1-CF55-0FBB-30ECDA02D2C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5D944CB-EB5E-9726-8AD6-2A90350DF84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9D34108-EB91-3136-FE6B-38328F40655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57A85F7-CB78-66D9-625E-5952C89AA0F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966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D86BA-3841-3340-B81C-34B853590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title here or key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E1184-C680-9EB5-3C14-869C5A44A8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5B02B4-96A5-C8B6-14F6-9E5698A99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345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27B64-154A-6176-5470-BD9A2105F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“Insert quote here or key statement, left aligned, text centered on page.”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E5C750-06AE-900F-9D23-8AB8CD1740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41363" y="6016752"/>
            <a:ext cx="457200" cy="365125"/>
          </a:xfrm>
        </p:spPr>
        <p:txBody>
          <a:bodyPr/>
          <a:lstStyle/>
          <a:p>
            <a:fld id="{402AF41C-0C01-4292-8B40-325CC9F1007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901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B655D-56F9-11BC-10AB-A07450C2D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/ Content Text w/subhead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D46C7-E98F-9BB1-29E3-EA54DB1F3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Bullet level one or body text (click in ribbon to remove bullet) </a:t>
            </a:r>
            <a:br>
              <a:rPr lang="en-US" dirty="0"/>
            </a:br>
            <a:r>
              <a:rPr lang="en-US" dirty="0"/>
              <a:t>Arial (Body), 16 point line spacing multiple 1.1, with 5 points space before paragraphs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309053-9AF1-A9CF-E24F-5232FF38E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AE254A9-EC5B-DF8C-F0B4-6DC7942C0A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Level 2 header goes here</a:t>
            </a:r>
          </a:p>
        </p:txBody>
      </p:sp>
    </p:spTree>
    <p:extLst>
      <p:ext uri="{BB962C8B-B14F-4D97-AF65-F5344CB8AC3E}">
        <p14:creationId xmlns:p14="http://schemas.microsoft.com/office/powerpoint/2010/main" val="1209717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484A1-68FA-2F06-1FB9-3D4026AF4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1794"/>
            <a:ext cx="4044875" cy="1969284"/>
          </a:xfrm>
        </p:spPr>
        <p:txBody>
          <a:bodyPr anchor="t" anchorCtr="0"/>
          <a:lstStyle/>
          <a:p>
            <a:r>
              <a:rPr lang="en-US" dirty="0"/>
              <a:t>Timeline / </a:t>
            </a:r>
            <a:br>
              <a:rPr lang="en-US" dirty="0"/>
            </a:br>
            <a:r>
              <a:rPr lang="en-US" dirty="0"/>
              <a:t>Title Only master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FA0EE4-6138-F39E-0FB9-8BA559B86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DD5590-7502-6AE1-AD6B-A805C63E5328}"/>
              </a:ext>
            </a:extLst>
          </p:cNvPr>
          <p:cNvSpPr txBox="1"/>
          <p:nvPr/>
        </p:nvSpPr>
        <p:spPr>
          <a:xfrm>
            <a:off x="5787620" y="1097664"/>
            <a:ext cx="5486400" cy="8031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lang="en-US" sz="1600" dirty="0"/>
              <a:t>Enter body text here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A1ACC7-42F2-06BF-F335-256EB715F805}"/>
              </a:ext>
            </a:extLst>
          </p:cNvPr>
          <p:cNvSpPr txBox="1"/>
          <p:nvPr/>
        </p:nvSpPr>
        <p:spPr>
          <a:xfrm>
            <a:off x="5787620" y="747425"/>
            <a:ext cx="5486400" cy="4262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1000"/>
              </a:spcBef>
            </a:pPr>
            <a:r>
              <a:rPr lang="en-US" sz="1900" dirty="0"/>
              <a:t>Enter topic or idea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79EAA3-E1E5-E7D6-5581-D4C87A904CE7}"/>
              </a:ext>
            </a:extLst>
          </p:cNvPr>
          <p:cNvSpPr txBox="1"/>
          <p:nvPr/>
        </p:nvSpPr>
        <p:spPr>
          <a:xfrm>
            <a:off x="5787620" y="2363452"/>
            <a:ext cx="5486400" cy="8031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lang="en-US" sz="1600" dirty="0"/>
              <a:t>Enter body text here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A33818-DDDE-2BB5-F660-FB164C39313B}"/>
              </a:ext>
            </a:extLst>
          </p:cNvPr>
          <p:cNvSpPr txBox="1"/>
          <p:nvPr/>
        </p:nvSpPr>
        <p:spPr>
          <a:xfrm>
            <a:off x="5787620" y="2066260"/>
            <a:ext cx="5486400" cy="4262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1000"/>
              </a:spcBef>
            </a:pPr>
            <a:r>
              <a:rPr lang="en-US" sz="1900" dirty="0"/>
              <a:t>Enter topic or idea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2B12E2-4C92-1CC5-A424-666D0E9D35D3}"/>
              </a:ext>
            </a:extLst>
          </p:cNvPr>
          <p:cNvSpPr txBox="1"/>
          <p:nvPr/>
        </p:nvSpPr>
        <p:spPr>
          <a:xfrm>
            <a:off x="5787620" y="3723433"/>
            <a:ext cx="5486400" cy="8031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lang="en-US" sz="1600" dirty="0"/>
              <a:t>Enter body text here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C03DE6-EB26-FB6D-D58D-6688346F0BFA}"/>
              </a:ext>
            </a:extLst>
          </p:cNvPr>
          <p:cNvSpPr txBox="1"/>
          <p:nvPr/>
        </p:nvSpPr>
        <p:spPr>
          <a:xfrm>
            <a:off x="5787620" y="3385095"/>
            <a:ext cx="5486400" cy="4262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1000"/>
              </a:spcBef>
            </a:pPr>
            <a:r>
              <a:rPr lang="en-US" sz="1900" dirty="0"/>
              <a:t>Enter topic or idea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4AF5D0-6AFA-3DDE-B018-91683464BDB7}"/>
              </a:ext>
            </a:extLst>
          </p:cNvPr>
          <p:cNvSpPr txBox="1"/>
          <p:nvPr/>
        </p:nvSpPr>
        <p:spPr>
          <a:xfrm>
            <a:off x="5787620" y="5044154"/>
            <a:ext cx="5486400" cy="8031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lang="en-US" sz="1600" dirty="0"/>
              <a:t>Enter body text here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6D204E-75F3-DB4F-1076-A7A97A18F1AF}"/>
              </a:ext>
            </a:extLst>
          </p:cNvPr>
          <p:cNvSpPr txBox="1"/>
          <p:nvPr/>
        </p:nvSpPr>
        <p:spPr>
          <a:xfrm>
            <a:off x="5787620" y="4746962"/>
            <a:ext cx="5486400" cy="4262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1000"/>
              </a:spcBef>
            </a:pPr>
            <a:r>
              <a:rPr lang="en-US" sz="1900" dirty="0"/>
              <a:t>Enter topic or idea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8C048F5-4D20-C36D-13A3-578C6E47D6EA}"/>
              </a:ext>
            </a:extLst>
          </p:cNvPr>
          <p:cNvGrpSpPr/>
          <p:nvPr/>
        </p:nvGrpSpPr>
        <p:grpSpPr>
          <a:xfrm>
            <a:off x="5158695" y="747425"/>
            <a:ext cx="357450" cy="4296729"/>
            <a:chOff x="5158695" y="747425"/>
            <a:chExt cx="357450" cy="4296729"/>
          </a:xfrm>
        </p:grpSpPr>
        <p:sp>
          <p:nvSpPr>
            <p:cNvPr id="19" name="AutoShape 2">
              <a:extLst>
                <a:ext uri="{FF2B5EF4-FFF2-40B4-BE49-F238E27FC236}">
                  <a16:creationId xmlns:a16="http://schemas.microsoft.com/office/drawing/2014/main" id="{41DD0843-54FE-0A3E-A853-836A9616B2F2}"/>
                </a:ext>
              </a:extLst>
            </p:cNvPr>
            <p:cNvSpPr/>
            <p:nvPr userDrawn="1"/>
          </p:nvSpPr>
          <p:spPr>
            <a:xfrm>
              <a:off x="5319864" y="747425"/>
              <a:ext cx="35113" cy="4144409"/>
            </a:xfrm>
            <a:prstGeom prst="rect">
              <a:avLst/>
            </a:prstGeom>
            <a:solidFill>
              <a:srgbClr val="1B365D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" name="Group 3">
              <a:extLst>
                <a:ext uri="{FF2B5EF4-FFF2-40B4-BE49-F238E27FC236}">
                  <a16:creationId xmlns:a16="http://schemas.microsoft.com/office/drawing/2014/main" id="{3390BFA7-689A-F920-6940-396735E6F884}"/>
                </a:ext>
              </a:extLst>
            </p:cNvPr>
            <p:cNvGrpSpPr/>
            <p:nvPr userDrawn="1"/>
          </p:nvGrpSpPr>
          <p:grpSpPr>
            <a:xfrm>
              <a:off x="5158695" y="747425"/>
              <a:ext cx="357450" cy="357450"/>
              <a:chOff x="0" y="0"/>
              <a:chExt cx="6350000" cy="6350000"/>
            </a:xfrm>
          </p:grpSpPr>
          <p:sp>
            <p:nvSpPr>
              <p:cNvPr id="29" name="Freeform 4">
                <a:extLst>
                  <a:ext uri="{FF2B5EF4-FFF2-40B4-BE49-F238E27FC236}">
                    <a16:creationId xmlns:a16="http://schemas.microsoft.com/office/drawing/2014/main" id="{2BFD515B-33F6-4B8F-57EF-D01A5744BA17}"/>
                  </a:ext>
                </a:extLst>
              </p:cNvPr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0BC1D5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1" name="Group 5">
              <a:extLst>
                <a:ext uri="{FF2B5EF4-FFF2-40B4-BE49-F238E27FC236}">
                  <a16:creationId xmlns:a16="http://schemas.microsoft.com/office/drawing/2014/main" id="{5C42A907-DBFD-B2AE-8C32-6403B5D247E6}"/>
                </a:ext>
              </a:extLst>
            </p:cNvPr>
            <p:cNvGrpSpPr/>
            <p:nvPr userDrawn="1"/>
          </p:nvGrpSpPr>
          <p:grpSpPr>
            <a:xfrm>
              <a:off x="5158695" y="747425"/>
              <a:ext cx="357450" cy="357450"/>
              <a:chOff x="0" y="0"/>
              <a:chExt cx="6350000" cy="6350000"/>
            </a:xfrm>
          </p:grpSpPr>
          <p:sp>
            <p:nvSpPr>
              <p:cNvPr id="28" name="Freeform 6">
                <a:extLst>
                  <a:ext uri="{FF2B5EF4-FFF2-40B4-BE49-F238E27FC236}">
                    <a16:creationId xmlns:a16="http://schemas.microsoft.com/office/drawing/2014/main" id="{48B4BB25-AC32-D850-99B6-08FF60D5B19F}"/>
                  </a:ext>
                </a:extLst>
              </p:cNvPr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chemeClr val="tx1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" name="Group 9">
              <a:extLst>
                <a:ext uri="{FF2B5EF4-FFF2-40B4-BE49-F238E27FC236}">
                  <a16:creationId xmlns:a16="http://schemas.microsoft.com/office/drawing/2014/main" id="{8B84B843-22EA-7318-26E8-73BB21849E10}"/>
                </a:ext>
              </a:extLst>
            </p:cNvPr>
            <p:cNvGrpSpPr/>
            <p:nvPr userDrawn="1"/>
          </p:nvGrpSpPr>
          <p:grpSpPr>
            <a:xfrm>
              <a:off x="5185352" y="2092193"/>
              <a:ext cx="304136" cy="304136"/>
              <a:chOff x="0" y="0"/>
              <a:chExt cx="1913890" cy="1913890"/>
            </a:xfrm>
          </p:grpSpPr>
          <p:sp>
            <p:nvSpPr>
              <p:cNvPr id="27" name="Freeform 10">
                <a:extLst>
                  <a:ext uri="{FF2B5EF4-FFF2-40B4-BE49-F238E27FC236}">
                    <a16:creationId xmlns:a16="http://schemas.microsoft.com/office/drawing/2014/main" id="{2E305C1D-A977-5AA3-7918-2F7A33FAF488}"/>
                  </a:ext>
                </a:extLst>
              </p:cNvPr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chemeClr val="accent3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3" name="Group 11">
              <a:extLst>
                <a:ext uri="{FF2B5EF4-FFF2-40B4-BE49-F238E27FC236}">
                  <a16:creationId xmlns:a16="http://schemas.microsoft.com/office/drawing/2014/main" id="{E270E46B-DF62-E5E0-D758-0300B678FCCB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5161822" y="3377530"/>
              <a:ext cx="351196" cy="304136"/>
              <a:chOff x="0" y="0"/>
              <a:chExt cx="6350000" cy="5499100"/>
            </a:xfrm>
          </p:grpSpPr>
          <p:sp>
            <p:nvSpPr>
              <p:cNvPr id="26" name="Freeform 12">
                <a:extLst>
                  <a:ext uri="{FF2B5EF4-FFF2-40B4-BE49-F238E27FC236}">
                    <a16:creationId xmlns:a16="http://schemas.microsoft.com/office/drawing/2014/main" id="{4F529351-5167-9DAC-3B84-E26B474FB9EB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54991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5499100">
                    <a:moveTo>
                      <a:pt x="0" y="5499100"/>
                    </a:moveTo>
                    <a:lnTo>
                      <a:pt x="3175000" y="0"/>
                    </a:lnTo>
                    <a:lnTo>
                      <a:pt x="6350000" y="5499100"/>
                    </a:lnTo>
                    <a:lnTo>
                      <a:pt x="0" y="5499100"/>
                    </a:lnTo>
                    <a:close/>
                  </a:path>
                </a:pathLst>
              </a:custGeom>
              <a:solidFill>
                <a:schemeClr val="accent4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4" name="Group 13">
              <a:extLst>
                <a:ext uri="{FF2B5EF4-FFF2-40B4-BE49-F238E27FC236}">
                  <a16:creationId xmlns:a16="http://schemas.microsoft.com/office/drawing/2014/main" id="{7B659587-9A76-66D6-6C1C-1EEF4BB1D467}"/>
                </a:ext>
              </a:extLst>
            </p:cNvPr>
            <p:cNvGrpSpPr/>
            <p:nvPr userDrawn="1"/>
          </p:nvGrpSpPr>
          <p:grpSpPr>
            <a:xfrm>
              <a:off x="5161550" y="4739513"/>
              <a:ext cx="351741" cy="304641"/>
              <a:chOff x="0" y="0"/>
              <a:chExt cx="6202680" cy="5372100"/>
            </a:xfrm>
          </p:grpSpPr>
          <p:sp>
            <p:nvSpPr>
              <p:cNvPr id="25" name="Freeform 14">
                <a:extLst>
                  <a:ext uri="{FF2B5EF4-FFF2-40B4-BE49-F238E27FC236}">
                    <a16:creationId xmlns:a16="http://schemas.microsoft.com/office/drawing/2014/main" id="{CAB38BDF-3675-994C-8714-50BB4713B6F4}"/>
                  </a:ext>
                </a:extLst>
              </p:cNvPr>
              <p:cNvSpPr/>
              <p:nvPr/>
            </p:nvSpPr>
            <p:spPr>
              <a:xfrm>
                <a:off x="0" y="0"/>
                <a:ext cx="6202680" cy="5372100"/>
              </a:xfrm>
              <a:custGeom>
                <a:avLst/>
                <a:gdLst/>
                <a:ahLst/>
                <a:cxnLst/>
                <a:rect l="l" t="t" r="r" b="b"/>
                <a:pathLst>
                  <a:path w="6202680" h="537210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9420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46B5E0-760B-60DA-B379-C74BE74889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First Last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F5258-2DC2-BFFA-7977-5721F7DB53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8AE3CA-F95F-8D50-57E5-650FD53968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Biography text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FA0696-94CD-B739-B036-BDFEF3DFFA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First Last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380A42-257A-7918-5E1C-40EF6FDEC7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Job Title</a:t>
            </a:r>
          </a:p>
        </p:txBody>
      </p:sp>
      <p:pic>
        <p:nvPicPr>
          <p:cNvPr id="11" name="Picture Placeholder 10" descr="Icon&#10;&#10;Description automatically generated">
            <a:extLst>
              <a:ext uri="{FF2B5EF4-FFF2-40B4-BE49-F238E27FC236}">
                <a16:creationId xmlns:a16="http://schemas.microsoft.com/office/drawing/2014/main" id="{B4837975-64C0-D15A-462B-42D0CB685452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3" b="2353"/>
          <a:stretch>
            <a:fillRect/>
          </a:stretch>
        </p:blipFill>
        <p:spPr/>
      </p:pic>
      <p:pic>
        <p:nvPicPr>
          <p:cNvPr id="19" name="Picture Placeholder 18" descr="Icon&#10;&#10;Description automatically generated">
            <a:extLst>
              <a:ext uri="{FF2B5EF4-FFF2-40B4-BE49-F238E27FC236}">
                <a16:creationId xmlns:a16="http://schemas.microsoft.com/office/drawing/2014/main" id="{071B42C9-E604-DBCF-E58F-2B2A4A36AF88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6" b="2386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B28A9F6-D281-A116-60D8-0A6ADD517BC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First Last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965244A-5132-B6C4-044E-88B95B8FF47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Job Title</a:t>
            </a:r>
          </a:p>
        </p:txBody>
      </p:sp>
      <p:pic>
        <p:nvPicPr>
          <p:cNvPr id="22" name="Picture Placeholder 21" descr="Icon&#10;&#10;Description automatically generated">
            <a:extLst>
              <a:ext uri="{FF2B5EF4-FFF2-40B4-BE49-F238E27FC236}">
                <a16:creationId xmlns:a16="http://schemas.microsoft.com/office/drawing/2014/main" id="{1A05DD8F-FB46-37F4-F3EA-35AD58F6DFCD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3" b="2353"/>
          <a:stretch>
            <a:fillRect/>
          </a:stretch>
        </p:blipFill>
        <p:spPr/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D56D0FC2-E9C2-4366-79EB-865F20B53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Bios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AA49E39-BD11-B85E-21FB-83E68B6B298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8C5EC19-B891-D46D-967B-4F7C1BDD904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Biography text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03D4AC-4001-F088-C638-66EF741C5BC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Biography text here</a:t>
            </a:r>
          </a:p>
        </p:txBody>
      </p:sp>
    </p:spTree>
    <p:extLst>
      <p:ext uri="{BB962C8B-B14F-4D97-AF65-F5344CB8AC3E}">
        <p14:creationId xmlns:p14="http://schemas.microsoft.com/office/powerpoint/2010/main" val="1409466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CDC43-6078-B264-9537-1281C5D29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76104987"/>
      </p:ext>
    </p:extLst>
  </p:cSld>
  <p:clrMapOvr>
    <a:masterClrMapping/>
  </p:clrMapOvr>
</p:sld>
</file>

<file path=ppt/theme/theme1.xml><?xml version="1.0" encoding="utf-8"?>
<a:theme xmlns:a="http://schemas.openxmlformats.org/drawingml/2006/main" name="FredHutch_2023">
  <a:themeElements>
    <a:clrScheme name="FredHutch_2023">
      <a:dk1>
        <a:srgbClr val="1B365D"/>
      </a:dk1>
      <a:lt1>
        <a:srgbClr val="FFFFFF"/>
      </a:lt1>
      <a:dk2>
        <a:srgbClr val="1B365D"/>
      </a:dk2>
      <a:lt2>
        <a:srgbClr val="FFFFFF"/>
      </a:lt2>
      <a:accent1>
        <a:srgbClr val="1B365D"/>
      </a:accent1>
      <a:accent2>
        <a:srgbClr val="FFB500"/>
      </a:accent2>
      <a:accent3>
        <a:srgbClr val="00C1D5"/>
      </a:accent3>
      <a:accent4>
        <a:srgbClr val="AA4AC4"/>
      </a:accent4>
      <a:accent5>
        <a:srgbClr val="0A799A"/>
      </a:accent5>
      <a:accent6>
        <a:srgbClr val="F4F4F4"/>
      </a:accent6>
      <a:hlink>
        <a:srgbClr val="0A799A"/>
      </a:hlink>
      <a:folHlink>
        <a:srgbClr val="AA4AC4"/>
      </a:folHlink>
    </a:clrScheme>
    <a:fontScheme name="FHCC_2022_font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10000"/>
          </a:lnSpc>
          <a:spcBef>
            <a:spcPts val="1000"/>
          </a:spcBef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redHutch_2023" id="{7EE05441-FB19-4753-ADDC-C26D5D171C07}" vid="{240FB84A-9AB6-4B46-9752-D5BD72ADBD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9feb048-923c-4d4c-bca6-2157539ab2ef">
      <Terms xmlns="http://schemas.microsoft.com/office/infopath/2007/PartnerControls"/>
    </lcf76f155ced4ddcb4097134ff3c332f>
    <TaxCatchAll xmlns="1b19ad85-721c-4012-9843-971e0271dd62" xsi:nil="true"/>
    <Notes xmlns="79feb048-923c-4d4c-bca6-2157539ab2e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19D1303451674E8993739AA459C7D6" ma:contentTypeVersion="19" ma:contentTypeDescription="Create a new document." ma:contentTypeScope="" ma:versionID="54d66aeac77a5a646a2305cbf5a4e35f">
  <xsd:schema xmlns:xsd="http://www.w3.org/2001/XMLSchema" xmlns:xs="http://www.w3.org/2001/XMLSchema" xmlns:p="http://schemas.microsoft.com/office/2006/metadata/properties" xmlns:ns2="79feb048-923c-4d4c-bca6-2157539ab2ef" xmlns:ns3="1b19ad85-721c-4012-9843-971e0271dd62" targetNamespace="http://schemas.microsoft.com/office/2006/metadata/properties" ma:root="true" ma:fieldsID="e5869c8141125e9e7f25163f61ae671d" ns2:_="" ns3:_="">
    <xsd:import namespace="79feb048-923c-4d4c-bca6-2157539ab2ef"/>
    <xsd:import namespace="1b19ad85-721c-4012-9843-971e0271dd6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Note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feb048-923c-4d4c-bca6-2157539ab2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24e6e45-2433-4efa-90ac-389e9d1bba1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Notes" ma:index="25" nillable="true" ma:displayName="Notes" ma:format="Dropdown" ma:internalName="Notes">
      <xsd:simpleType>
        <xsd:restriction base="dms:Note">
          <xsd:maxLength value="255"/>
        </xsd:restriction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19ad85-721c-4012-9843-971e0271dd6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8de39e23-17b2-4730-b67a-d997dbea3673}" ma:internalName="TaxCatchAll" ma:showField="CatchAllData" ma:web="1b19ad85-721c-4012-9843-971e0271dd6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FD6329-CEDB-4CFA-99A6-8BEDFAEC1FB9}">
  <ds:schemaRefs>
    <ds:schemaRef ds:uri="http://schemas.microsoft.com/office/2006/metadata/properties"/>
    <ds:schemaRef ds:uri="http://schemas.microsoft.com/office/infopath/2007/PartnerControls"/>
    <ds:schemaRef ds:uri="79feb048-923c-4d4c-bca6-2157539ab2ef"/>
    <ds:schemaRef ds:uri="1b19ad85-721c-4012-9843-971e0271dd62"/>
  </ds:schemaRefs>
</ds:datastoreItem>
</file>

<file path=customXml/itemProps2.xml><?xml version="1.0" encoding="utf-8"?>
<ds:datastoreItem xmlns:ds="http://schemas.openxmlformats.org/officeDocument/2006/customXml" ds:itemID="{97E716A9-4735-4AA6-812A-B94E3974588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935E63A-166F-4D1B-8246-4BA101FF10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9feb048-923c-4d4c-bca6-2157539ab2ef"/>
    <ds:schemaRef ds:uri="1b19ad85-721c-4012-9843-971e0271dd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12067</TotalTime>
  <Words>199</Words>
  <Application>Microsoft Macintosh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FredHutch_2023</vt:lpstr>
      <vt:lpstr>Title Slide Max 4 Lines Times New Roman (Heading) 40 Point</vt:lpstr>
      <vt:lpstr>PowerPoint Presentation</vt:lpstr>
      <vt:lpstr>PowerPoint Presentation</vt:lpstr>
      <vt:lpstr>Section title here or key statement</vt:lpstr>
      <vt:lpstr>“Insert quote here or key statement, left aligned, text centered on page.”</vt:lpstr>
      <vt:lpstr>Title / Content Text w/subhead</vt:lpstr>
      <vt:lpstr>Timeline /  Title Only master</vt:lpstr>
      <vt:lpstr>Team Bios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Anita Veen</dc:creator>
  <cp:lastModifiedBy>Westphal, Kimberly A</cp:lastModifiedBy>
  <cp:revision>91</cp:revision>
  <dcterms:created xsi:type="dcterms:W3CDTF">2022-10-12T17:00:44Z</dcterms:created>
  <dcterms:modified xsi:type="dcterms:W3CDTF">2025-05-02T19:26:42Z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0x0101007319D1303451674E8993739AA459C7D6</vt:lpwstr>
  </property>
</Properties>
</file>